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31: Weather and Climate.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information given by a weather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describe the weather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the weather station at Garoua airport.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make a paper wind vane.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weather 2. climate 3. anemometer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31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Climate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Weather and Climate — Adaptation to Climatic Excesses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of Weather Elements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31: Weather and Climate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Weather, weather instruments.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of weather and climate; definition of a weather station; classification of weather elements, instruments and measurements; their isolines.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read a simple weather forecast and use it to plan daily activities such as farming or travel.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weather and climate and distinguish between them.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weather station.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weather elements with their instruments, units and isolines.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atmosphere has four layers; weather takes place in the troposphere.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falls with height in the troposphere.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ozone layer protects us from ultraviolet rays.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Monday morning, it rains in Garoua, so Idrissa takes an umbrella. His cousin in Paris says: "But Garoua has a hot climate. Why do you need an umbrella?"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cousin mixes up weather and climate.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weather in Garoua on Monday?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Cloudy and rainy.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climate of Garoua?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Hot, with a wet and a dry season.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difference between weather and climate.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st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rainy afternoon.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condition of the air today is rainy. Is this the weather or the climate?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weather.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WEATHER STATION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stevens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weather station.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WEATHER STATION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people do in this place?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WEATHER STATION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measure the weather every day.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INSTRUMENTS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anemome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Instruments that measure the wind.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INSTRUMENTS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instrument measures wind speed? Which one shows wind direction?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INSTRUMENTS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anemometer (speed); the wind vane (direction).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and Climate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Earth-Atmosphere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Measurement of Weather Elements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31: Weather and Climate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condition of the air at a place today.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average weather of a place over about 30 years.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station: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place where the weather is measured.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Isoline: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line joining places with the same value.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Instruments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Thermometer: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(°C).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Rain gauge: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rainfall (mm).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Wind vane and anemometer: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Barometer: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pressure.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Instruments (2/2)</a:t>
            </a:r>
            <a:endParaRPr lang="en-US" sz="3600" dirty="0"/>
          </a:p>
        </p:txBody>
      </p:sp>
      <p:pic>
        <p:nvPicPr>
          <p:cNvPr id="13" name="Image 0" descr="/home/claude/f4/img/v2/instrument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table of instruments.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difference between weather and climate?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is today; climate is the average over about 30 years.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instrument measures rainfall?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rain gauge.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condition of the air today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average weather over 30 years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 speed is measured with an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Put one bottle of water in the sun and another in the shade for one hour. Touch both and write down which is hotter and why.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32: Weather Elements — Atmospheric Temperatures.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temps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climat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station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station météorologique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Thermometer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thermomètre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gauge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pluviomètre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Anemometer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L'anémomètre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vane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girouette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Barometer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baromètre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31: Weather and Climate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weather and climate and distinguish between them. Define a weather station. Name the weather elements with their instruments, units and isolines.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read a simple weather forecast and use it to plan daily activities such as farming or travel.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Weather, Climate, Weather station, Isoline; II. Instruments: Thermometer, Rain gauge, Wind vane and anemometer, Barometer.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one bottle of water in the sun and another in the shade for one hour. Touch both and write down which is hotter and why.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Module 3: Weather and Climate.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(f4.docx),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“When it rains in Africa!” by Martin_Heigan, CC BY-NC-ND 2.0, via Flickr (https://www.flickr.com/photos/97303475@N00/31286250004)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“Adelaide. Urrbrae. The weather station at the Waite campus of the Univ” by denisbin, CC BY-ND 2.0, via Flickr (https://www.flickr.com/photos/82134796@N03/49865994827)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“3-cup anemometer installed at Thomas More College measures horizontal ” by FondriestEnv, CC BY-NC 2.0, via Flickr (https://www.flickr.com/photos/67593579@N07/6334536635)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2026-09-26T10:44:23Z</dcterms:created>
  <dcterms:modified xsi:type="dcterms:W3CDTF">2026-09-26T10:44:23Z</dcterms:modified>
</cp:coreProperties>
</file>