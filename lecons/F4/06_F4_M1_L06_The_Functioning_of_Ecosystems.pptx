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The Functioning of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The Ecosystem. The key notions we shall use today are: energy, food chain, food web, trophic level. At the end, you should be able to do this: learners are able to explain how energy flows through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Ecosystem. The question was: Choose an ecosystem near your home and list three biotic and three abiotic components.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school garden): biotic – grass, ants, birds; abiotic – soil, water, sunlight.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energy flow in an ecosystem. Number 2: build a food chain and a food web. Number 3: identify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make food from sunlight. Animals eat plants or other animals. Decomposers break down dead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Bénoué National Park, grass feeds antelopes and antelopes are eaten by lions. When poachers killed many antelopes, the lions began to attack cattle in nearby villages.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Poaching broke the food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antelopes eat?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lions attack cattle?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had fewer antelopes to 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wild animals and report poachers.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living things are linked by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energy flow from the Sun.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energy of an ecosystem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Sun, captured by green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Build a food chain with grass, zebra and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 zebra → 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food web of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food web?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food chains linked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trophic levels.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trophic levels from the bottom.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Producers, primary consumers, secondary consumers, tertiary consumers.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energy passed at each level.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fewer lions than zebras?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10 % of energy passes to the next level; the rest is lost as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Food chain and Trophic level.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Energy Flow. Energy flows through an ecosystem as follows. On this slide we have Source and Transfer.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Energy Flow. On this slide we have Loss.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Food Chains, Food Webs and Trophic Levels. Living things are linked by food as follows. On this slide we have Food chain and Food web.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Food Chains, Food Webs and Trophic Levels. On this slide we have Trophic levels.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trophic levels.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Build a food chain of three links.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grass → antelope → lion.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energy decrease along a food chain?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most energy is lost as heat at each level.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Sun; number 2, web; number 3,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Build two food chains found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The Tropical Rainforest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THE FUNCTIONING OF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Functioning of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food chain, food web, trophic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flow; trophic levels.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energy flows through an ecosystem.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Ecosystem):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an ecosystem near your home and list three biotic and three abiotic components.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school garden): biotic – grass, ants, birds; abiotic – soil, water,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energy flow in an ecosystem.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Build a food chain and a food web.</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make food from sunlight.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break down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Bénoué National Park, grass feeds antelopes and antelopes are eaten by lions. When poachers killed many antelopes, the lions began to attack cattle in nearby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Poaching broke the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antelopes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lions attack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had fewer antelopes to 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wild animals and report poachers.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living things are linked by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flow from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of an ecosystem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captured by green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chain with grass, zebra and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CHAIN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zebra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ood_web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food web of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food web?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FOOD WEB</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food chains linked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trophic levels from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TROPHIC LEVELS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Producers, primary consumers, secondary consumers,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passed at each level.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fewer lions than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ENERGY LOSS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10 % of energy passes to the next level; the rest is lost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The Functioning of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order in which living things eat one another.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living thing in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flows through an ecosystem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comes from the Sun and is captured by green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Transfer: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passes from plants to herbivores and then to carnivores.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10 % of energy passes to the next level, and the rest is lost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Energy Flow</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Living things are linked by food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chain: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example is grass → zebra → lion.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web: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many food chains linked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Trophic levels: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producers, primary consumers, secondary consumers and tertiary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Food Chains, Food Webs and Trophic Levels</a:t>
            </a:r>
            <a:endParaRPr lang="en-US" sz="3600" dirty="0"/>
          </a:p>
        </p:txBody>
      </p:sp>
      <p:pic>
        <p:nvPicPr>
          <p:cNvPr id="4" name="Image 0" descr="/home/claude/f4/img/v2/trophic_pyrami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chain of three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 antelope →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energy decrease along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energy is lost as heat at each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source of energy in ecosystems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Many linked food chains form a food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Herbivores are ______ consumers.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two food chains found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Tropical Rainforest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chain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chaîne alimentaire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L'herbivore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carnivore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Predator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prédateur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The Functioning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energy flow in an ecosystem. Build a food chain and a food web. Identify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energy flows through an ecosystem.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Energy Flow; Food Chains, Food Webs and Trophic Levels.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Build two food chains found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Sun and a plant.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chain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web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numbers 1,000 → 100 → 10.</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2026-09-29T03:11:36Z</dcterms:created>
  <dcterms:modified xsi:type="dcterms:W3CDTF">2026-09-29T03:11:36Z</dcterms:modified>
</cp:coreProperties>
</file>