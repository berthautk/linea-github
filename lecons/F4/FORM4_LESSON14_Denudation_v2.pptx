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start a new topic: denudation processes, landforms and their impacts on man. Lesson 14 is about denudation.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what the rain did to the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channels beside the roads after a 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four words with arrows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the Benue in August and in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weathering 2. deposition 3. water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Denudation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Weathering Processes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 Processes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Denudation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Degradation, weathering, erosion, transportation.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Definition; major processes of denudation (weathering, erosion and transportation); main agents (running water, wind and waves).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signs of denudation around them, such as gullies and crumbling rocks, and to suggest simple ways to protect the soil.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denudation.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major processes of denudation.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agents of denudation.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and volcanoes are internal forces that build the relief.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 are igneous, sedimentary or metamorphic.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 slowly change in the rock cycle.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 heavy storm in Garoua, Halima sees a small channel cut in the red soil beside the road. The water carried sand and stones and dropped them lower down.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Halima does not know how water changes the land.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did the water do?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cut a channel, carried sand and stones, and dropped them.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this wearing down of the land?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Denudation.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the land is slowly worn down.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gul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channel cut by rain water in red soil.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has the rain water done to the soil?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has worn away the soil and carried it away.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PROCESSES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denuda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four processes of denudation.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PROCESSES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processes in the right order.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PROCESSES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Weathering, erosion, transport, deposition.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AGENTS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muddyri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muddy river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AGENTS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agent carries the mud? Name two other agents.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AGENTS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Running water. Others: wind, waves, ice.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Denudation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Weathering Processes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14: Denudation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Denudation: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wearing down of the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breaking of rocks in their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wearing away and removal of rock and soil.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Deposition: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dropping of the material.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break in their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Erosion: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Pieces are picked up.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Transport: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Pieces are carried away.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Deposition: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Pieces are dropped.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Processes (2/2)</a:t>
            </a:r>
            <a:endParaRPr lang="en-US" sz="3600" dirty="0"/>
          </a:p>
        </p:txBody>
      </p:sp>
      <p:pic>
        <p:nvPicPr>
          <p:cNvPr id="13" name="Image 0" descr="/home/claude/f4/img/v2/denudation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four boxes.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Agents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Running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important agent.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Wind: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in deserts.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Waves: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coast (Kribi, Limbe).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Ice: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cold mountains.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denudation?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wearing down of the land.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processes of denudation.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Weathering, erosion, transport and deposition.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breaking of rocks in their place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dropping of material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important agent of denudation is running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an old wall and a new wall in your area. Write three differences you see, and suggest what damaged the old wall.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15: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dénudation / l'érosion au sens large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L'altération / la météorisation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transport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dépôt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L'agent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water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L'eau courante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ravin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Denudation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denudation. Explain the major processes of denudation. Describe the main agents of denudation.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signs of denudation around them, such as gullies and crumbling rocks, and to suggest simple ways to protect the soil.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Denudation, Weathering, Erosion, Deposition; II. Processes: Weathering, Erosion, Transport, Deposition; III. Agents: Running water, Wind, Waves, Ice.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an old wall and a new wall in your area. Write three differences you see, and suggest what damaged the old wall.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“Soil erosion in the central Mexican Highlands” by CIMMYT, CC BY-NC-SA 2.0, via Flickr (https://www.flickr.com/photos/44760652@N05/6244930288)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“Parana River Floodplain, Northern Argentina (NASA, International Space” by NASA's Marshall Space Flight Center, CC BY-NC 2.0, via nasa (https://www.flickr.com/photos/28634332@N05/5684050889)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2026-09-26T10:44:21Z</dcterms:created>
  <dcterms:modified xsi:type="dcterms:W3CDTF">2026-09-26T10:44:21Z</dcterms:modified>
</cp:coreProperties>
</file>