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10: The Theory of Plate Tectonics.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recent earthquakes and eruptions in the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break a biscuit into pieces: the pieces are like the 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move two books apart, then push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slide two books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African 2. apart 3. 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Theory of Plate Tectonics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 — Internal Structure of the Earth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Structure of the Earth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The Theory of Plate Tectonics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Plate, plate margin, convection current, subduction.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theory of plate tectonics: meaning and main ideas; plates and plate margins (constructive, destructive, conservative) and their landforms.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earthquakes and volcanoes happen in some regions of the world, using a map of plates.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plate tectonics.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major plates and locate the African Plate.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three types of plate margins and their landforms.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continents were once joined in Pangaea.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mantle is very hot rock that flows slowly.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 could not explain what moves the continents.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television, Mariam sees an earthquake in Japan and a volcano in Italy. In Garoua, the ground feels safe. She knows that Mount Cameroon is an active volcano and wonders why.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Mariam does not know why some places have volcanoes and earthquakes.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active volcano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most earthquakes and volcanoes happen?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edges of the plates.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plates of the Earth and how they move.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PLATES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l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plates of the Earth (blue star: Cameroon).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PLATES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which plate is Cameroon? Name two other plates.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PLATES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African Plate. Others: Eurasian, Pacific.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margi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plates move apart (left) and together (right).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when plates move apart? And when they move together?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Apart: magma rises. Together: one plate sinks.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sanandre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 Andreas Fault (USA), where two plates slide past each other.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Here the plates slide side by side. What type of margin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conservative margin. It causes earthquakes.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Theory of Plate Tectonics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Structure of the Earth: Building Processes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Internal Structure of the Earth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10: The Theory of Plate Tectonics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large piece of the crust.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 margin: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place where two plates meet.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 tectonics: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theory that plates move.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Plates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Number: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7 major plates.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on the African Plate.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Movement: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in the mantle moves the plates.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Plates (2/2)</a:t>
            </a:r>
            <a:endParaRPr lang="en-US" sz="3600" dirty="0"/>
          </a:p>
        </p:txBody>
      </p:sp>
      <p:pic>
        <p:nvPicPr>
          <p:cNvPr id="13" name="Image 0" descr="/home/claude/f4/img/v2/pl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main plates.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Plate Margins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Constructive: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move apart; new crust forms.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Destructive: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move together; one sinks.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Conservative: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slide side by side.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plate?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piece of the crust.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at a destructive margin?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move together and one sinks under the other.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is on the ______ Plate.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a constructive margin, plates move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a conservative margin, plates slide ______ by side.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your parents or read about Mount Cameroon: when did it last erupt, and what did the lava do?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11: Volcanoes and Volcanic Features.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 margin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limite de plaques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subduction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dorsale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Rift valley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vallée du rift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mountains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montagnes plissées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de convection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the Earth: Building Processes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The Theory of Plate Tectonics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plate tectonics. Name the major plates and locate the African Plate. Describe the three types of plate margins and their landforms.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earthquakes and volcanoes happen in some regions of the world, using a map of plates.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Plate, Plate margin, Plate tectonics; II. The Plates: Number, Cameroon, Movement; III. Plate Margins: Constructive, Destructive, Conservative.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your parents or read about Mount Cameroon: when did it last erupt, and what did the lava do?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Structure of the Earth: Building Processes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boundaries: Bird (2003), PB2002 model.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“faultfind_48” by dsearls, CC BY-SA 2.0, via Flickr (https://www.flickr.com/photos/52614599@N00/15392616)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2026-09-26T10:44:20Z</dcterms:created>
  <dcterms:modified xsi:type="dcterms:W3CDTF">2026-09-26T10:44:20Z</dcterms:modified>
</cp:coreProperties>
</file>