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start a new sub-topic: hot desert landscapes. Lesson 27 is about semi-arid and desert landscapes.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Africa with the Sahara and the Sahel.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example of Moussa's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mushroom-shaped rock.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deflation 2. pedestal 3. inselberg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Semi-Arid and Desert Landscapes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Hot Desert Landscapes: Wind Action and Human Adaptation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Desert Landscapes: Wind Action and Human Adaptation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Semi-Arid and Desert Landscapes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pedestal, zeugen, yardangs, inselbergs.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of semi-arid areas and hot deserts in Africa; main erosional processes of wind; erosional features.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hot deserts of Africa on a map and recognise rocks and walls worn by the wind.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main hot deserts and the semi-arid Sahel on a map of Africa.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three processes of wind erosion: deflation, abrasion and attrition.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rock pedestals, zeugen, yardangs and inselbergs.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and waves are agents of erosion: they wear away, transport and deposit material.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erode the coast and form cliffs, caves, arches and stacks.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 study another agent of erosion: the wind, in dry areas.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Harmattan, Moussa sees that the old wall of his compound is worn near the ground, but the top is still smooth. The worn side faces the north-east, where the Harmattan comes from.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Moussa does not know how the wind wore away the wall.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the wall is worn?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bottom, facing the north-east.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protect the wall?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hedge or trees that stop the wind.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wind shapes rocks in dry areas.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deserts_wor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hot deserts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largest hot desert. Which dry belt lies south of 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Sahara. The Sahel lies south of it.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WIND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abras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wind throws sand against a rock.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WIND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rock worn more at the bottom?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WIND EROSION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carries most sand near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pedes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rock worn by the wind.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rock is narrow at the bottom and wide at the top.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FEATURES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rock pedestal (mushroom rock).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Semi-Arid and Desert Landscapes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Hot Desert Landscapes: Wind Action and Human Adaptation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27: Semi-Arid and Desert Landscapes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Semi-arid region: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region with 250 to 500 mm of rain per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removal of sand by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Abrasion: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of rocks by sand thrown by the wind.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Sahara: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hot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Kalahari and the Namib: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Southern Africa.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Sahel: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dry belt with the Far North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Wind Erosion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Deflation: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removes sand.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Abrasion: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wears rocks near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Attrition: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Grains hit each other and get smaller.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Features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Rock pedestal: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mushroom-shaped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Zeugen: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 rock on soft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Yardangs: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ridges in the direction of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Inselberg: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lonely hill on a plain.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Features (2/2)</a:t>
            </a:r>
            <a:endParaRPr lang="en-US" sz="3600" dirty="0"/>
          </a:p>
        </p:txBody>
      </p:sp>
      <p:pic>
        <p:nvPicPr>
          <p:cNvPr id="13" name="Image 0" descr="/home/claude/f4/img/v2/abrasion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rock pedestal.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abrasion?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wearing of rocks by sand thrown by the wind.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rock pedestal narrow at the bottom?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throws most sand near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removal of loose sand by wind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mushroom-shaped rock is a rock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lonely hill on a flat plain is an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the next windy day, look around your compound. Find a place where sand or dust has piled up, for example behind a wall, a stone or a bush, and write down why you think it collected there.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28: Depositional Features of Wind Action.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Semi-arid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Semi-aride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éolienne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déflation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corrasion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pedestal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rocher-champignon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Inselberg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L'inselberg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crête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Semi-Arid and Desert Landscapes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 the main hot deserts and the semi-arid Sahel on a map of Africa. Describe the three processes of wind erosion: deflation, abrasion and attrition. Explain the formation of rock pedestals, zeugen, yardangs and inselbergs.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hot deserts of Africa on a map and recognise rocks and walls worn by the wind.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Semi-arid region, Deflation, Abrasion; II. Location: The Sahara, The Kalahari and the Namib, The Sahel; III. Wind Erosion: Deflation, Abrasion, Attrition; IV. Features: Rock pedestal, Zeugen, Yardangs, Inselberg.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the next windy day, look around your compound. Find a place where sand or dust has piled up, for example behind a wall, a stone or a bush, and write down why you think it collected there.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 — Lesson 27.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notes, Lesson 27 (f4.docx).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data for Garoua: Weather Spark; Mont Tinguelin: Wikipédia (fr).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“Stone Mushroom in White Desert. Qasr. Al-Farafra. Egypt. Free Stock Ph” by SkilledAdventurer, CC BY 2.0, via Flickr (https://www.flickr.com/photos/140589650@N06/26810236588)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