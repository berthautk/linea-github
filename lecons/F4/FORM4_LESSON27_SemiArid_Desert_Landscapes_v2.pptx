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</p:sldIdLst>
  <p:notesMasterIdLst>
    <p:notesMasterId r:id="rId4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Good morning, class. Today we start a new sub-topic: hot desert landscapes. Lesson 27 is about semi-arid and desert landscapes.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the situation slowly, twice.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draw Africa with the Sahara and the Sahel.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use the example of Moussa's wall.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Without the projector: draw a mushroom-shaped rock.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Learners copy the board summary now. Give them enough time for each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Answers: 1. deflation 2. pedestal 3. inselberg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homework prepares the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the English word; learners give the French word, then the reverse.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gif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pic>
        <p:nvPicPr>
          <p:cNvPr id="4" name="Image 0" descr="/home/claude/pw1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09590" y="45720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965960"/>
            <a:ext cx="107259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3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DIVINE GRACE COLLEGE OF ARTS, SCIENCE AND TECHNOLOGY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2606040"/>
            <a:ext cx="103601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(DGCAST) — GAROUA   |   GEOGRAPHY DEPARTMENT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3200400"/>
            <a:ext cx="103601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 4 GEOGRAPHY  —  LESSON 27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914400" y="393192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Semi-Arid and Desert Landscapes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539496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EMMANUEL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Teacher — PLEG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Year 2026 / 2027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INFO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Class, Chapter &amp; Duration</a:t>
            </a:r>
            <a:endParaRPr lang="en-US" sz="3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 4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Chapter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Denudation Processes, Landforms and Impacts on Man — Hot Desert Landscapes: Wind Action and Human Adaptation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Duration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20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minutes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Identification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89711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Denudation Processes, Landforms and Impacts on Man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Sub-topic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 Desert Landscapes: Wind Action and Human Adaptation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27: Semi-Arid and Desert Landscapes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Notions / Concepts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Rock pedestal, zeugen, yardangs, inselbergs.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Syllabus focus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 of semi-arid areas and hot deserts in Africa; main erosional processes of wind; erosional features.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locate the hot deserts of Africa on a map and recognise rocks and walls worn by the wind.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the lesson, the learner should be able to: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Locate the main hot deserts and the semi-arid Sahel on a map of Africa.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three processes of wind erosion: deflation, abrasion and attrition.</a:t>
            </a:r>
            <a:endParaRPr lang="en-US" sz="22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formation of rock pedestals, zeugen, yardangs and inselbergs.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Recall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Rivers and waves are agents of erosion: they wear away, transport and deposit material.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Waves erode the coast and form cliffs, caves, arches and stacks.</a:t>
            </a:r>
            <a:endParaRPr lang="en-US" sz="24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we study another agent of erosion: the wind, in dry areas.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Real-Life Situation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During the Harmattan, Moussa sees that the old wall of his compound is worn near the ground, but the top is still smooth. The worn side faces the north-east, where the Harmattan comes from.</a:t>
            </a:r>
            <a:endParaRPr lang="en-US" sz="4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the problem in the situation?</a:t>
            </a:r>
            <a:endParaRPr lang="en-US" sz="4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Moussa does not know how the wind wore away the wall.</a:t>
            </a:r>
            <a:endParaRPr lang="en-US" sz="4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Which part of the wall is worn?</a:t>
            </a:r>
            <a:endParaRPr lang="en-US" sz="4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bottom, facing the north-east.</a:t>
            </a:r>
            <a:endParaRPr lang="en-US" sz="4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Situation — Question 3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can protect the wall?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REAL-LIFE SITUATION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Possible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hedge or trees that stop the wind.</a:t>
            </a:r>
            <a:endParaRPr lang="en-US" sz="4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Justification of the Lesson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lesson helps us to understand how wind shapes rocks in dry areas.</a:t>
            </a:r>
            <a:endParaRPr lang="en-US" sz="4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LOCATION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</a:t>
            </a:r>
            <a:endParaRPr lang="en-US" sz="3600" dirty="0"/>
          </a:p>
        </p:txBody>
      </p:sp>
      <p:pic>
        <p:nvPicPr>
          <p:cNvPr id="13" name="Image 0" descr="/home/claude/f4/img/v2/deserts_world_b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585" y="1691640"/>
            <a:ext cx="10345783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hot deserts of the world.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LOCATION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1: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Name the largest hot desert. Which dry belt lies south of it?</a:t>
            </a:r>
            <a:endParaRPr lang="en-US" sz="4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I. LOCATION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Sahara. The Sahel lies south of it.</a:t>
            </a:r>
            <a:endParaRPr lang="en-US" sz="4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WIND EROSION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</a:t>
            </a:r>
            <a:endParaRPr lang="en-US" sz="3600" dirty="0"/>
          </a:p>
        </p:txBody>
      </p:sp>
      <p:pic>
        <p:nvPicPr>
          <p:cNvPr id="13" name="Image 0" descr="/home/claude/f4/img/v2/abrasion.gif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Animation: the wind throws sand against a rock.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WIND EROSION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2: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is the rock worn more at the bottom?</a:t>
            </a:r>
            <a:endParaRPr lang="en-US" sz="4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II. WIND EROSION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19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wind carries most sand near the ground.</a:t>
            </a:r>
            <a:endParaRPr lang="en-US" sz="4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FEATURES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</a:t>
            </a:r>
            <a:endParaRPr lang="en-US" sz="3600" dirty="0"/>
          </a:p>
        </p:txBody>
      </p:sp>
      <p:pic>
        <p:nvPicPr>
          <p:cNvPr id="13" name="Image 0" descr="/home/claude/f4/img/v2/f4_pedesta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4449" y="1691640"/>
            <a:ext cx="8160054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rock worn by the wind.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FEATURES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3: Question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rock is narrow at the bottom and wide at the top. What is it called?</a:t>
            </a:r>
            <a:endParaRPr lang="en-US" sz="4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III. FEATURES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rock pedestal (mushroom rock).</a:t>
            </a:r>
            <a:endParaRPr lang="en-US" sz="4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Semi-Arid and Desert Landscapes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Topic: Denudation Processes, Landforms and Impacts on Man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Sub-topic: Hot Desert Landscapes: Wind Action and Human Adaptation</a:t>
            </a:r>
            <a:endParaRPr lang="en-US" sz="32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2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27: Semi-Arid and Desert Landscapes</a:t>
            </a:r>
            <a:endParaRPr lang="en-US" sz="3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I. Definitions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Semi-arid region: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a region with 250 to 500 mm of rain per year.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Deflation: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removal of sand by the wind.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Abrasion: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the wearing of rocks by sand thrown by the wind.</a:t>
            </a:r>
            <a:endParaRPr lang="en-US" sz="4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II. Location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The Sahara: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largest hot desert.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The Kalahari and the Namib: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Southern Africa.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The Sahel: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dry belt with the Far North of Cameroon.</a:t>
            </a:r>
            <a:endParaRPr lang="en-US" sz="4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III. Wind Erosion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Deflation: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wind removes sand.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Abrasion: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Sand wears rocks near the ground.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Attrition: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Grains hit each other and get smaller.</a:t>
            </a:r>
            <a:endParaRPr lang="en-US" sz="4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IV. Features (1/2)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A. Rock pedestal: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mushroom-shaped rock.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B. Zeugen: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Hard rock on soft rock.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C. Yardangs: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Long ridges in the direction of the wind.</a:t>
            </a:r>
            <a:endParaRPr lang="en-US" sz="40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D. Inselberg: </a:t>
            </a:r>
            <a:pPr indent="0" marL="0">
              <a:spcAft>
                <a:spcPts val="10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lonely hill on a plain.</a:t>
            </a:r>
            <a:endParaRPr lang="en-US" sz="4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IV. Features (2/2)</a:t>
            </a:r>
            <a:endParaRPr lang="en-US" sz="3600" dirty="0"/>
          </a:p>
        </p:txBody>
      </p:sp>
      <p:pic>
        <p:nvPicPr>
          <p:cNvPr id="13" name="Image 0" descr="/home/claude/f4/img/v2/abrasion_la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838" y="1691640"/>
            <a:ext cx="11587277" cy="452628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457200" y="6245352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Copy the rock pedestal.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29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1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abrasion?</a:t>
            </a:r>
            <a:endParaRPr lang="en-US" sz="4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30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wearing of rocks by sand thrown by the wind.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Formative Evaluation 2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is a rock pedestal narrow at the bottom?</a:t>
            </a:r>
            <a:endParaRPr lang="en-US" sz="4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FORMATIVE EVALUATION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32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Expected Answer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wind throws most sand near the ground.</a:t>
            </a:r>
            <a:endParaRPr lang="en-US" sz="40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REMEDIATION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33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Remediation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Fill in the blanks: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removal of loose sand by wind is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mushroom-shaped rock is a rock ______.</a:t>
            </a:r>
            <a:endParaRPr lang="en-US" sz="3600" dirty="0"/>
          </a:p>
          <a:p>
            <a:pPr marL="342900" indent="-342900">
              <a:lnSpc>
                <a:spcPct val="100000"/>
              </a:lnSpc>
              <a:spcAft>
                <a:spcPts val="800"/>
              </a:spcAft>
              <a:buSzPct val="100000"/>
              <a:buFont typeface="+mj-lt"/>
              <a:buAutoNum type="arabicPeriod" startAt="1"/>
            </a:pPr>
            <a:r>
              <a:rPr lang="en-US" sz="36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lonely hill on a flat plain is an ______.</a:t>
            </a:r>
            <a:endParaRPr lang="en-US" sz="36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34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dirty="0">
                <a:solidFill>
                  <a:srgbClr val="1111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After the next windy day, look around your compound. Find a place where sand or dust has piled up, for example behind a wall, a stone or a bush, and write down why you think it collected there.</a:t>
            </a:r>
            <a:endParaRPr lang="en-US" sz="4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4000" b="1" dirty="0">
                <a:solidFill>
                  <a:srgbClr val="99001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prepares Lesson 28: Depositional Features of Wind Action.</a:t>
            </a:r>
            <a:endParaRPr lang="en-US" sz="40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GAME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35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Bilingual Game (Jeu Bilingue)</a:t>
            </a:r>
            <a:endParaRPr lang="en-US" sz="30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011680" y="1783080"/>
          <a:ext cx="8138160" cy="914400"/>
        </p:xfrm>
        <a:graphic>
          <a:graphicData uri="http://schemas.openxmlformats.org/drawingml/2006/table">
            <a:tbl>
              <a:tblPr/>
              <a:tblGrid>
                <a:gridCol w="4069080"/>
                <a:gridCol w="4069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English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Français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001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Desert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désert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Semi-arid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Semi-aride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Wind erosion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L'érosion éolienne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Deflation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déflation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Abrasion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corrasion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Rock pedestal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 rocher-champignon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Inselberg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L'inselberg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Ridge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 crête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36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(1/2)</a:t>
            </a:r>
            <a:endParaRPr lang="en-US" sz="30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Module / Topic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Denudation Processes, Landforms and Impacts on Man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Title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 27: Semi-Arid and Desert Landscapes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 Learning Outcomes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Locate the main hot deserts and the semi-arid Sahel on a map of Africa. Describe the three processes of wind erosion: deflation, abrasion and attrition. Explain the formation of rock pedestals, zeugen, yardangs and inselbergs.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Learners are able to locate the hot deserts of Africa on a map and recognise rocks and walls worn by the wind.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LOGBOOK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37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Official Logbook (2/2)</a:t>
            </a:r>
            <a:endParaRPr lang="en-US" sz="30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783080"/>
          <a:ext cx="11274552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834847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Matter Taught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I. Definitions: Semi-arid region, Deflation, Abrasion; II. Location: The Sahara, The Kalahari and the Namib, The Sahel; III. Wind Erosion: Deflation, Abrasion, Attrition; IV. Features: Rock pedestal, Zeugen, Yardangs, Inselberg.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Formative evaluation (3 questions) and remediation exercise.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After the next windy day, look around your compound. Find a place where sand or dust has piled up, for example behind a wall, a stone or a bush, and write down why you think it collected there.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Enrolment / Present / Absent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____ / ____ / ____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Achievement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3F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1111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be completed by the teacher after the lesson.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NOTE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Teacher's Note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Timing: Set-up, recall 5 min | Situation 5 min | 3 activities 12 min | Board summary (copying) 15 min | Evaluation, homework 5 min | Logbook 5 min | Spare 3 min</a:t>
            </a:r>
            <a:endParaRPr lang="en-US" sz="20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2 is an animation (GIF): it plays automatically in slide-show mode.</a:t>
            </a:r>
            <a:endParaRPr lang="en-US" sz="20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668366" cy="777240"/>
          </a:xfrm>
          <a:prstGeom prst="rect">
            <a:avLst/>
          </a:prstGeom>
          <a:solidFill>
            <a:srgbClr val="990011"/>
          </a:solidFill>
          <a:ln w="12700">
            <a:solidFill>
              <a:srgbClr val="99001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74320" y="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— FORM 4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5668366" y="0"/>
            <a:ext cx="6523330" cy="777240"/>
          </a:xfrm>
          <a:prstGeom prst="chevron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126480" y="0"/>
            <a:ext cx="5760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548018"/>
            <a:ext cx="3657600" cy="310896"/>
          </a:xfrm>
          <a:prstGeom prst="rect">
            <a:avLst/>
          </a:prstGeom>
          <a:solidFill>
            <a:srgbClr val="1C3F6E"/>
          </a:solidFill>
          <a:ln w="12700">
            <a:solidFill>
              <a:srgbClr val="1C3F6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37160" y="6548018"/>
            <a:ext cx="3383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/ 2027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6548018"/>
            <a:ext cx="5852160" cy="310896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794760" y="6548018"/>
            <a:ext cx="5577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DGCAST GAROUA — GEOGRAPHY DEPARTMENT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509760" y="6548018"/>
            <a:ext cx="2681935" cy="310896"/>
          </a:xfrm>
          <a:prstGeom prst="rect">
            <a:avLst/>
          </a:prstGeom>
          <a:solidFill>
            <a:srgbClr val="36454F"/>
          </a:solidFill>
          <a:ln w="12700">
            <a:solidFill>
              <a:srgbClr val="36454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601200" y="6548018"/>
            <a:ext cx="2514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KAMDEM E.   |   39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896112"/>
            <a:ext cx="11274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9900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783080"/>
            <a:ext cx="11274552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Geography Syllabus (MINESEC), Form 4 — Denudation processes, landforms and impacts on man — Lesson 27.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Teacher's lesson notes, Lesson 27 (f4.docx).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data for Garoua: Weather Spark; Mont Tinguelin: Wikipédia (fr).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Photo, Activity 3: “Stone Mushroom in White Desert. Qasr. Al-Farafra. Egypt. Free Stock Ph” by SkilledAdventurer, CC BY 2.0, via Flickr (https://www.flickr.com/photos/140589650@N06/26810236588)</a:t>
            </a:r>
            <a:endParaRPr lang="en-US" sz="1800" dirty="0"/>
          </a:p>
          <a:p>
            <a:pPr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80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and animations: drawn for this lesson (DGCAST Geography Department).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2026-09-27T04:25:18Z</dcterms:created>
  <dcterms:modified xsi:type="dcterms:W3CDTF">2026-09-27T04:25:18Z</dcterms:modified>
</cp:coreProperties>
</file>