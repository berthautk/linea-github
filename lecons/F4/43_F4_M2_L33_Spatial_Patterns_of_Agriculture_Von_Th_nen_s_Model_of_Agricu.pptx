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Spatial Patterns of Agriculture: Von Thünen's Model of Agricultural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land use pattern, locational rent, isolated state. At the end, you should be able to do this: learners are able to explain Von Thünen's model and apply it to real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Climate-Smart Agriculture. The question was: Propose three climate-smart techniques for a farm near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drought-resistant sorghum, dig zaï pits or contour ridges to catch rain, and mulch the soil with crop residues.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principle of locational rent. Number 2: give the main assumptions of the model. Number 3: draw the spatial outcome and give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Farmers sell in town markets. Transport costs money. Some products spoil quickly.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Garoua, vegetable gardens are close to the town, maize fields are farther away and cattle graze far out in the bush. Rachid asks why farming is organised like this.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the pattern of farming around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closest to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Vegetable gardens.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farthest?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Cattle 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how land use changes around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farming changes with distance from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locational rent curves.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locational rent?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profit from a piece of land after production and transport costs; it falls with distance from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von Thünen's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assumptions of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isolated state with one central market, flat land of equal fertility, and transport costs that rise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rings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four rings from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Market gardening and dairy, forestry, arable crops, livestock ranching.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vegetables grown near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perishable and heavy to transport, so they give high rent near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farm intensity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can the model be applied?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towns in Africa, such as Garoua, and around villages (farm intensity falls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Locational rent.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 and Assumptions. Von Thünen (1826) based his model on the following ideas. On this slide we have Principle and Isolated state.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 and Assumptions. On this slide we have Uniform land and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and Spatial Outcome. Land use forms rings around the market. On this slide we have Ring 1, Ring 2 and Ring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and Spatial Outcome. On this slide we have Ring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von Thünen's 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where Applicable. The model applies in the following areas.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locational rent?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profit from land after production and transport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rings of Von Thünen's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market gardening/dairy, forestry, arable, ranching.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four; number 2, gardening; number 3,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land use around your town or village and compare it with Von Thünen's rings.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Arable Agriculture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33: SPATIAL PATTERNS OF AGRICULTURE: VON THÜNEN'S MODEL OF AGRICULTURAL LAND USE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Patterns of Agriculture: Von Thünen's Model of Agricultural Land Use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Spatial Patterns of Agriculture: Von Thünen's Model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use pattern, locational rent, isolated state.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Principle (locational rent); three main assumptions; conclusions and spatial outcome diagram; some areas where applicable.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Von Thünen's model and apply it to real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Climate-Smart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climate-smart techniques for a farm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drought-resistant sorghum, dig zaï pits or contour ridges to catch rain, and mulch the soil with crop residues.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 of locational rent.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main assumptions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spatial outcome and give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sell in town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products spoil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vegetable gardens are close to the town, maize fields are farther away and cattle graze far out in the bush. Rachid asks why farming is organised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the pattern of farming around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closest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Vegetable gardens.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farthest?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how land use changes around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farming changes with distance from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Locational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locational 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profit from a piece of land after production and transport costs; it falls with distance from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Von Thünen's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assumptions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state with one central market, flat land of equal fertility, and transport costs that rise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OUTCOME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rings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rings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gardening and dairy, forestry, arable crops, livestock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vegetables grown near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perishable and heavy to transport, so they give high rent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arm_dist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 intensity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the model be applied?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towns in Africa, such as Garoua, and around villages (farm intensity falls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33: Spatial Patterns of Agriculture: Von Thünen's Model of Agricultural Land Use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Locational 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profit from land after production and transport costs are paid.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 and Assumptions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Von Thünen (1826) based his model on the following ideas: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Locational rent falls as the distance from the market increases.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Isolated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one central market town and no trade with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 and Assumptions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Uniform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flat and equally fertile everywhere.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costs rise with distance and farmers seek maximum profit.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Spatial Outcome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 forms rings around the market: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gardening and dairy farming near the town.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Forestry for firewood and timber.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crops such as cereals.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Spatial Outcome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Livestock ranching far from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Spatial Outcome</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Areas where Applicable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applies in the following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Rings of land use can be seen around African towns such as Garoua and around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locational 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 from land after production and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rings of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gardening/dairy, forestry, arable,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Von Thünen's model has ______ rings.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ring is market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Rent ______ with distance from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or village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Arable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L'utilisation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Spatial Patterns of Agriculture: Von Thünen's Model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principle of locational rent. Give the main assumptions of the model. Draw the spatial outcome and give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Von Thünen's model and apply it to real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Principle and Assumptions; Conclusions and Spatial Outcome; Areas where Applicable.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land use around your town or village and compare it with Von Thünen's rings.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with an example.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vegetables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map farming around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2026-10-02T05:13:31Z</dcterms:created>
  <dcterms:modified xsi:type="dcterms:W3CDTF">2026-10-02T05:13:31Z</dcterms:modified>
</cp:coreProperties>
</file>