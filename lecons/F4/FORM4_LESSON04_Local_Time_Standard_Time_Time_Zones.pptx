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Local Time, Standard Time and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local time, standard time, time zone, Greenwich Mean Time (GMT). At the end, you should be able to do this: learners are able to explain why the time is different in other countries, and to find the time of a match or a call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Locate a Place on a Map. The question was: Look at the time on a phone set to Cameroon time and on a phone or television showing the time in another country (for example Dubai or Brazil). Write both times and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Cameroon 12:00, Dubai 15:00 (difference 3 hours ahead); Brazil (Brasília) 08:00 (4 hours behind). Places to the east are ahead in time.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local time and standard time. Number 2: explain the meaning of time zones and why they exist. Number 3: explain why some countries have many time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Longitudes measure the distance east or west of the Prime Meridian. The Earth turns from west to east. Garoua is at about 13° 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Indomitable Lions play a match in Brazil. The match starts at 3 p.m. in Brazil, but in Garoua we watch it at 7 p.m. Alima wonders why the time is not the same everywhere.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Alima does not know why Brazil and Garoua have different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time difference?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it later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 is east of Brazil. The Sun rises there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check the local time of a place before calling or travelling.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time changes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15° of longitude = 1 hour.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It is 12:00 at 0°. What time is it at 15° E and at 15° 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13:00 at 15° E, 11:00 at 15°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time zones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many time zones are there? In which one is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24 time zones. Cameroon is in GMT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clocks showing the time in different cities.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these clocks show different times?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Each city is in a different time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Local time and Standard time.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Local and Standard Time. Local and standard time follow these rules. On this slide we have The rule and East and west.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Local and Standard Time. On this slide we have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time and longitude.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Time Zones. Time zones are explained as follows. On this slide we have Time zone and Number and width.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Time Zones. On this slide we have Reason and Countries with many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many degrees does the Earth turn in one hour?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standard time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west Africa Time, GMT + 1.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15; number 2, 24; number 3,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time in Garoua when it is 12 noon in London in winter (GMT). Then try: what time is it in a town at 45° E when it is 12 noon at 0°?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Calculation of Time and Date.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LOCAL TIME, STANDARD TIME AND TIME ZONES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Time, Standard Time and Time Zones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Local Time, Standard Time and Time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time, standard time, time zone, Greenwich Mean Time (GMT).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time, standard time and time zones: meaning, illustrations, reasons for time zones; why some countries have many time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the time is different in other countries, and to find the time of a match or a call abroad.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Locate a Place on a Map):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time on a phone set to Cameroon time and on a phone or television showing the time in another country (for example Dubai or Brazil). Write both times and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Cameroon 12:00, Dubai 15:00 (difference 3 hours ahead); Brazil (Brasília) 08:00 (4 hours behind). Places to the east are ahead in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local time and standard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meaning of time zones and why they exist.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some countries have many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Longitudes measure the distance east or west of the Prime Meridian.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is at about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Indomitable Lions play a match in Brazil. The match starts at 3 p.m. in Brazil, but in Garoua we watch it at 7 p.m. Alima wonders why the time is not the same everywhere.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Alima does not know why Brazil and Garoua have different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time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later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east of Brazil. The Sun rises there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check the local time of a place before calling or travelling.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time changes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15° of longitude = 1 hour.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at 0°. What time is it at 15° E and at 15°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LOCAL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13:00 at 15° E, 11:00 at 15°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ime_zon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time zones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time zones are there? In which one is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24 time zones. Cameroon is in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worldclo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Clocks showing the time in different cities.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clocks show different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TIME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city is in a different time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Local Time, Standard Time and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time given by the position of the Sun in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Standard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official time used by a whole country or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Local and Standard Time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Local and standard time follow these rules: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rule: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15° in one hour, so 1° of longitude equals 4 minutes of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East and west: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to the east are ahead in time and places to the west are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Local and Standard Time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uses West Africa Time, which is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Local and Standard Time</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time and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Time Zones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Time zones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area where people use the same standard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Number and width: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24 main time zones, each about 15° of longitude wide.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Time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Time zones avoid having a different time in every town.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Countries with many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Wide countries from east to west, like Russia with 11 zones, have many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degrees does the Earth turn in one hour?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standard time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Africa Time,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______ ° in one hour.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There are ______ main time zones.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Places to the east have a time that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time in Garoua when it is 12 noon in London in winter (GMT). Then try: what time is it in a town at 45° E when it is 12 noon at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Calculation of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locale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Standard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légale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Time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fuseau horaire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L'horloge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Midi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Midnight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Ahead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 avance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Behind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 retard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Local Time, Standard Time and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local time and standard time. Explain the meaning of time zones and why they exist. Explain why some countries have many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the time is different in other countries, and to find the time of a match or a call abroad.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Local and Standard Time; Time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time in Garoua when it is 12 noon in London in winter (GMT). Then try: what time is it in a town at 45° E when it is 12 noon at 0°?</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time line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24 strips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to compare the time on a phone set to another country.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“The world in our office - 2012-03-28” by 4nitsirk, CC BY-SA 2.0, via Flickr (https://www.flickr.com/photos/26223114@N02/7023309809)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2026-09-27T10:04:51Z</dcterms:created>
  <dcterms:modified xsi:type="dcterms:W3CDTF">2026-09-27T10:04:51Z</dcterms:modified>
</cp:coreProperties>
</file>