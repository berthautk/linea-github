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10: Description of Vegetation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Initiation to Map Analysis, and the sub-topic is Map Interpretation. The key notions we shall use today are: vegetation types, spatial pattern, map evidence. At the end, you should be able to do this: learners are able to identify, describe and explain the vegetation shown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2: Deforestation in Cameroon and its Consequences. The question was: Write three things your school can do against deforestation.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Plant trees each year, create an environment club, and teach families to use improved stoves.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vegetation types from map symbols. Number 2: describe their spatial patterns. Number 3: give simple reasons for the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Green shows vegetation on maps. Forests grow where water is available. People clear vegetation for farms.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map extract, the class sees forest on the hills, swamps along the river and grassland near the villages. They must describe and explain this pattern.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describe the vegetation of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is the forest?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 the hills.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there swamps along the river?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land is low and wet.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give map evidence for every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read and explain vegetation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vegetation signs.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vegetation types shown by map symbols.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Forest, grassland and swamp (also scrub).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vegetation on a map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distribution of forest on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Forest covers the high slopes in the north-west and follows the river (gallery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slopes.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forests often left on steep slopes?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Steep slopes are hard to farm, so trees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trees along a stream.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gallery forest grow along rivers?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soil has water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bush fire.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people change vegetation near villages?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clear it for farms, burn it and graze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Identification of Vegetation Types. Vegetation types are identified on maps as follows. On this slide we have Forest and Grassland and scrub.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Identification of Vegetation Types. On this slide we have Swamp.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vegetation on a map.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Description and Explanation. Vegetation patterns are described and explained as follows. On this slide we have Description.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Description and Explanation. On this slide we have Relief and drainage and Human activity.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three vegetation types on maps.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forest, grassland and swamp.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there gallery forest along rivers?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soil is wet all year.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gallery; number 2, tufts; number 3,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vegetation of a map extract and give two reasons for its pattern.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41: Fish Resources and their Management.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10: DESCRIPTION OF VEGETATION ON MAPS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Description of Vegetation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Interpretation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10: Description of Vegetation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Vegetation types, spatial pattern, map evidence.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Identification of types; description of spatial patterns; simple reasons for the observed patterns.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describe and explain the vegetation shown on a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2: Deforestation in Cameroon and its Consequences):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three things your school can do against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each year, create an environment club, and teach families to use improved stoves.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vegetation types from map symbols.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spatial patterns.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simple reasons for the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Green shows vegetation on maps.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Forests grow where water is available.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clear vegetation for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extract, the class sees forest on the hills, swamps along the river and grassland near the villages. They must describe and explain this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describe the vegetation of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swamps along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low and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map evidence for every description.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read and explain vegetation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ig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Vegetation signs.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vegetation types shown by map symbols.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grassland and swamp (also scrub).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PATTERN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po_ve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Vegetation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distribution of forest on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covers the high slopes in the north-west and follows the river (gallery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Slopes.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forests often left on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slopes are hard to farm, so trees remain.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Trees along a stream.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gallery forest grow along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has water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HUMAN ACTIVITY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bush fire.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HUMAN ACTIVITY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people change vegetation near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HUMAN ACTIVITY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clear it for farms, burn it and graze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Initiation to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Map Interpretation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10: Description of Vegetation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of Vegetation Types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types are identified on maps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shown by green areas with tree symbols.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Grassland and scrub: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shown by grass symbols or light shading.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of Vegetation Types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Swamp: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shown by blue tufts near rivers and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of Vegetation Types</a:t>
            </a:r>
            <a:endParaRPr lang="en-US" sz="3600" dirty="0"/>
          </a:p>
        </p:txBody>
      </p:sp>
      <p:pic>
        <p:nvPicPr>
          <p:cNvPr id="4" name="Image 0" descr="/home/claude/f4/img/v2/topo_ve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vegetation on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Description and Explanation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patterns are described and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Description: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say where each type is found, using directions, heights and grid references.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Description and Explanation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and 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remain on steep slopes and along rivers, and swamps occupy low wet 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Grassland and farms replace forest near settlements and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vegetation types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grassland and swamp.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gallery forest along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wet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 along a river is ______ forest.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Swamps are shown by blue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Descriptions need map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vegetation of a map extract and give two reasons for its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41: Fish Resources and their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Grassland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prairie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Swamp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marécage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Pattern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répartition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Initiation to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10: Description of Vegetation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vegetation types from map symbols. Describe their spatial patterns. Give simple reasons for the patterns.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describe and explain the vegetation shown on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Identification of Vegetation Types; Description and Explanation.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vegetation of a map extract and give two reasons for its pattern.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symbols.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with directions.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2026-09-28T21:15:09Z</dcterms:created>
  <dcterms:modified xsi:type="dcterms:W3CDTF">2026-09-28T21:15:09Z</dcterms:modified>
</cp:coreProperties>
</file>