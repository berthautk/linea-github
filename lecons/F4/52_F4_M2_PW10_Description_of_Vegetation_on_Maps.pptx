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10: Description of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vegetation types, spatial pattern, map evidence. At the end, you should be able to do this: learners are able to identify, describe and explain the vegetation shown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Deforestation in Cameroon and its Consequences. The question was: Write three things your school can do against deforestation.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each year, create an environment club, and teach families to use improved stoves.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spatial patterns. Number 3: give simple reasons for the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Green shows vegetation on maps. Forests grow where water is available. People clear vegetation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forest on the hills, swamps along the river and grassland near the villages. They must describe and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describe the vegetation of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swamps along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is low and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give map evidence for every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and explain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covers the high slopes in the north-west and follows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forests often left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hard to farm, so trees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people change vegetation near villages?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clear it for farms, burn it and graze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of Vegetation Types. Vegetation types are identified on maps as follows. On this slide we have Forest and Grassland and scrub.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of Vegetation Types. On this slide we have Swamp.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Vegetation patterns are described and explained as follows. On this slide we have Description.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On this slide we have Relief and drainage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vegetation types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grassland and swamp.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there gallery forest along rivers?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wet all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tufts;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vegetation of a map extract and give two reasons for its pattern.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Fish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10: DESCRIPTION OF VEGETATION ON MAPS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10: Description of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spatial pattern, map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description of spatial patterns; simple reasons for the observed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Deforestation in Cameroon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each year, create an environment club, and teach families to use improved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simple reasons for the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Green shows vegetation on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grow where water is available.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clear vegetation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forest on the hills, swamps along the river and grassland near the villages. They must describe and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describe the vegetation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swamps along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low and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map evidence for every description.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and explain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covers the high slopes in the north-west and follows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forests often left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hard to farm, so trees remain.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clear it for farms, burn it and graze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types are identified on maps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green areas with tree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Grassland and scrub: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shown by grass symbols or light shading.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Swamp: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shown by blue tufts near rivers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of Vegetation Types</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patterns are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say where each type is found, using directions,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remain on steep slopes and along rivers, and swamps occupy low wet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and farms replace forest near settlements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gallery forest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a river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shown by blue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need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10: Description of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spatial patterns. Give simple reasons for the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the vegetation shown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of Vegetation Types; Description and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a map extract and give two reasons for its pattern.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with directions.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2026-09-27T14:07:45Z</dcterms:created>
  <dcterms:modified xsi:type="dcterms:W3CDTF">2026-09-27T14:07:45Z</dcterms:modified>
</cp:coreProperties>
</file>