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31: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Measurement of Weather Elements. The key notions we shall use today are: weather, weather instruments. At the end, you should be able to do this: learners are able to read a simple weather forecast and use it to plan daily activities such as farming or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30: The Atmosphere. The question was: Watch or listen to a weather forecast on television or radio. Write down two pieces of information it gives (for example temperature, rain or wind).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the forecast gave the temperature (maximum 36 °C in Garoua), the chance of rain (storms in the evening) and the wind (dust-laden Harmattan).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weather and climate and distinguish between them. Number 2: define a weather station. Number 3: name the weather elements with their instruments, units and isolines.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atmosphere has four layers; weather takes place in the troposphere. Temperature falls with height in the troposphere. The ozone layer protects us from ultraviolet rays.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Monday morning, it rains in Garoua, so Idrissa takes an umbrella. His cousin in Paris says: "But Garoua has a hot climate. Why do you need an umbrella?"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cousin mixes up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weather in Garoua on Monday?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Cloudy and rainy.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climate of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Hot, with a wet and a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weather forecasts to plan our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difference between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rainy afternoon.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condition of the air today is rainy. Is this the weather or the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weather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people do in this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measure the weather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instruments that measure the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instrument measures wind speed? Which one shows wind direction?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anemometer (speed); the wind vane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and Climate. Weather and climate are defined as follows. On this slide we have Weather and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Weather Station. The weather station is defined as follows. On this slide we have Weather station.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Elements, Instruments and Isolines. Weather elements are measured and shown as follows. On this slide we have Temperature and Rainfall.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Elements, Instruments and Isolines. On this slide we have Wind and Air pressure.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weather instruments.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difference between weather and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 is today; climate is the average over about 30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instrument measures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rain gauge.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weather; number 2, climate; number 3, anemometer.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one bottle of water in the sun and another in the shade for one hour. Touch both and write down which is hotter and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32: Weather Elements: Atmospheric Temperatures.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31: WEATHER AND CLIMATE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and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Measurement of Weather Elements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31: 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weather instruments.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weather and climate; definition of a weather station; classification of weather elements, instruments and measurements; their isolines.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 simple weather forecast and use it to plan daily activities such as farming or travel.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30: The Atmosphere):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a weather forecast on television or radio. Write down two pieces of information it gives (for example temperature, rain or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the forecast gave the temperature (maximum 36 °C in Garoua), the chance of rain (storms in the evening) and the wind (dust-laden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weather and climate and distinguish between them.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weather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weather elements with their instruments, units and isolines.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atmosphere has four layers; weather takes place in the troposphere.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height in the troposphere.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ozone layer protects us from ultraviolet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Monday morning, it rains in Garoua, so Idrissa takes an umbrella. His cousin in Paris says: "But Garoua has a hot climate. Why do you need an umbrella?"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cousin mixes up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weather in Garoua on Monday?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Cloudy and rainy.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with a wet and a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weather forecasts to plan our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difference between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AND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to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rainy afternoon.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AND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condition of the air today is rainy. Is this the weather or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AND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WEATHER STATION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weather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WEATHER 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people do in this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WEATHER 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measure the weather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ELEMENTS AND INSTRUMENTS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anemome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Instruments that measure the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ELEMENTS AND INSTRUMENTS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wind speed? Which one shows wind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ELEMENTS AND INSTRUMENTS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anemometer (speed); the wind vane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Measurement of Weather Elements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and Climate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 and climate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condition of the atmosphere at a place at a given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weather of a place over a long period of 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Weather Station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weather station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place where weather elements are measured and recorded with instruments.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Elements, Instruments and Isolines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 elements are measured and shown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thermometer in °C and shown by isotherms.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rain gauge in mm and shown by isohyets.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Elements, Instruments and Isolines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direction is shown by a wind vane and its speed is measured with an anemometer.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barometer in millibars and shown by isobars.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Elements, Instruments and Isolines</a:t>
            </a:r>
            <a:endParaRPr lang="en-US" sz="3600" dirty="0"/>
          </a:p>
        </p:txBody>
      </p:sp>
      <p:pic>
        <p:nvPicPr>
          <p:cNvPr id="4" name="Image 0" descr="/home/claude/f4/img/v2/instrum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weather instruments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 is today; climate is the average over 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gauge.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condition of the air today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average weather over 30 years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Wind speed is measured with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one bottle of water in the sun and another in the shade for one hour. Touch both and write down which is hotter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Weather Elements: Atmospheric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 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station météorologique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Thermometer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thermomètre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gauge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pluviomètre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Anemometer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L'anémomètre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girouette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31: Weather and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weather and climate and distinguish between them. Define a weather station. Name the weather elements with their instruments, units and isolines.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 simple weather forecast and use it to plan daily activities such as farming or travel.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Weather and Climate; The Weather Station; Weather Elements, Instruments and Isolines.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one bottle of water in the sun and another in the shade for one hour. Touch both and write down which is hotter and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weather today.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mention the weather station at Garoua airport.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make a paper wind vane.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“When it rains in Africa!” by Martin_Heigan, CC BY-NC-ND 2.0, via Flickr (https://www.flickr.com/photos/97303475@N00/31286250004)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“3-cup anemometer installed at Thomas More College measures horizontal ” by FondriestEnv, CC BY-NC 2.0, via Flickr (https://www.flickr.com/photos/67593579@N07/6334536635)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2026-09-27T10:32:03Z</dcterms:created>
  <dcterms:modified xsi:type="dcterms:W3CDTF">2026-09-27T10:32:03Z</dcterms:modified>
</cp:coreProperties>
</file>