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30: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The Atmosphere. The key notions we shall use today are: atmosphere, ozone layer, depletion. At the end, you should be able to do this: learners are able to protect themselves from strong sun rays and to avoid products that damage the ozone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29: Man in the Hot Desert Environments. The question was: Make a table with three columns: resources, hazards and adaptations. Fill it with examples from the hot deserts and from the dry season in Garoua.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Resources: oil, sunshine, oases / Garoua: sunshine, Benue water. Hazards: heat, sandstorms, lack of water / Garoua: heat, Harmattan dust, dry wells. Adaptations: nomadism, thick walls, irrigation / Garoua: water storage, shade trees, irrigated onions.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atmosphere. Number 2: identify the main layers of the atmosphere on a diagram. Number 3: describe how temperature changes in the troposphere and the stratosphere. Number 4: explain the causes, effects and solutions of ozone layer depletion.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Hot deserts have very dry air, clear skies and a large daily temperature range. People adapt to heat and dryness with clothing, housing and water supply. Today we begin a new module: weather and climate.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Nafissatou flies from Garoua to Douala. The pilot says: "We are at 11,000 metres. The temperature outside is minus 50 degrees." She is surprised, because the plane is closer to the Sun.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Nafissatou does not understand why it is so cold high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temperature outside the plane?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Minus 50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happens to temperature as we go up?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ozone layer by avoiding products with CFCs.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layer of air around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view from a plane above the clouds.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The plane flies in the air around the Earth. What is this layer of air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four layers of the atmosphere.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 which layer do clouds, rain and wind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troposphere, the lowest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map of the ozone layer over Antarctica, made from satellite data.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ozone layer protects us from the rays of the Sun. What damaged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Chemicals (CFCs) from old fridges and sprays.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the Atmosphere. The atmosphere is defined as follows. On this slide we have Atmosphere and Composition.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Structure of the Atmosphere. The atmosphere has the following main layers. On this slide we have Troposphere.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Structure of the Atmosphere. On this slide we have Stratosphere, Mesosphere and Thermosphere.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layers of the atmosphere.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Ozone Layer Depletion. The depletion of the ozone layer is explained as follows. On this slide we have Ozone layer and Cause.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Ozone Layer Depletion. On this slide we have Effects and Solution.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In which layer does the weather happen?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 the troposphere.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the role of the ozone layer?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stops harmful rays from the Sun.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atmosphere; number 2, troposphere; number 3, stratosphere.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Watch or listen to a weather forecast on television or radio. Write down two pieces of information it gives (for example temperature, rain or wind).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31: Weather and Climate.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30: THE ATMOSPHERE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Atmosphere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30: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Atmosphere, ozone layer, depletion.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of the atmosphere; structure (illustration of the main layers only); thermal structure in the troposphere and the stratosphere; ozone layer depletion.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protect themselves from strong sun rays and to avoid products that damage the ozone layer.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29: Man in the Hot Desert Environments):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table with three columns: resources, hazards and adaptations. Fill it with examples from the hot deserts and from the dry season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Resources: oil, sunshine, oases / Garoua: sunshine, Benue water. Hazards: heat, sandstorms, lack of water / Garoua: heat, Harmattan dust, dry wells. Adaptations: nomadism, thick walls, irrigation / Garoua: water storage, shade trees, irrigated onions.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atmosphere.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main layers of the atmosphere on a diagram.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how temperature changes in the troposphere and the stratosphere.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effects and solutions of ozone layer depletion.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Hot deserts have very dry air, clear skies and a large daily temperature range.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adapt to heat and dryness with clothing, housing and water supply.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Today we begin a new module: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Nafissatou flies from Garoua to Douala. The pilot says: "We are at 11,000 metres. The temperature outside is minus 50 degrees." She is surprised, because the plane is closer to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Nafissatou does not understand why it is so cold high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temperature outside the plane?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Minus 50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temperature as we go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falls.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ozone layer by avoiding products with CFCs.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layer of air around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THE ATMOSPHERE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planewindow.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view from a plane above the clouds.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THE ATMOSPHERE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plane flies in the air around the Earth. What is this layer of air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THE ATMOSPHERE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STRUCTURE OF THE ATMOSPHERE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atmosphe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layers of the atmosphere.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STRUCTURE OF THE ATMOSPHERE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layer do clouds, rain and wind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STRUCTURE OF THE ATMOSPHERE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troposphere, the lowest layer.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OZONE LAYER DEPLETION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ozoneho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map of the ozone layer over Antarctica, made from satellite data.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OZONE LAYER DEPLETION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ozone layer protects us from the rays of the Sun. What damaged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OZONE LAYER DEPLETION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Chemicals (CFCs) from old fridges and sprays.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Atmosphere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30: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Atmosphere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atmosphere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Atmosphere: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layer of air that surrounds the Earth.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Composition: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made of about 78 % nitrogen, 21 % oxygen and small amounts of carbon dioxide, water vapour and other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Structure of the Atmosphere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atmosphere has the following main layers: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lowest layer, from 0 to about 12 km, where weather occurs and temperature falls with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Structure of the Atmosphere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Stratosphere: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layer from about 12 to 50 km, which contains the ozone layer and where temperature rises with height.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Mesosphere: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layer from about 50 to 85 km, which is very cold.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Thermosphere: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upper layer above about 85 km, where temperature rises again.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Structure of the Atmosphere</a:t>
            </a:r>
            <a:endParaRPr lang="en-US" sz="3600" dirty="0"/>
          </a:p>
        </p:txBody>
      </p:sp>
      <p:pic>
        <p:nvPicPr>
          <p:cNvPr id="4" name="Image 0" descr="/home/claude/f4/img/v2/atmosphe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layers of the atmosphere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Ozone Layer Depletion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depletion of the ozone layer is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Ozone layer: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layer of gas in the stratosphere that stops harmful rays of the Sun.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CFC gases from old fridges, air conditioners and sprays destroy the ozone.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Ozone Layer Depletion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harmful rays cause skin cancer and eye diseases.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CFCs were banned by the Montreal Protocol of 1987.</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layer does the weather happen?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troposphere.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role of the ozone layer?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stops harmful rays from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layer of air around the Earth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Clouds and rain form in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ozone layer is in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or listen to a weather forecast on television or radio. Write down two pieces of information it gives (for example temperature, rain or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31: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Atmosphere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L'atmosphère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Layer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Troposphere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troposphère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Stratosphere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stratosphère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Ozone layer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 d'ozone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Ultraviolet rays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rayons ultraviolets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Depletion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L'appauvrissement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30: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atmosphere. Identify the main layers of the atmosphere on a diagram. Describe how temperature changes in the troposphere and the stratosphere. Explain the causes, effects and solutions of ozone layer depletion.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protect themselves from strong sun rays and to avoid products that damage the ozone layer.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the Atmosphere; Structure of the Atmosphere; Ozone Layer Depletion.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Watch or listen to a weather forecast on television or radio. Write down two pieces of information it gives (for example temperature, rain or wind).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who has travelled by plane.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four layers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explain: ozone is like a sun hat for the Earth.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UNEP / WMO Scientific Assessment of Ozone Depletion (2022).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“flying” by { pranav }, CC BY 2.0, via Flickr (https://www.flickr.com/photos/29220600@N08/3469129491)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“Sauron's Eye” by sjrankin, CC BY-NC 2.0, via Flickr (https://www.flickr.com/photos/24354425@N03/15252220086)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2026-09-27T10:04:55Z</dcterms:created>
  <dcterms:modified xsi:type="dcterms:W3CDTF">2026-09-27T10:04:55Z</dcterms:modified>
</cp:coreProperties>
</file>