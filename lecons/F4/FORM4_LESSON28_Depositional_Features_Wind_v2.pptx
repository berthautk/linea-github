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In Lesson 27 we saw how the wind erodes. Today, in Lesson 28, we see what the wind builds when it drops its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where did learners find piles of sand in their compound?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dune: a gentle slope and a steep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crescent with two horns.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long parallel lines of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dune 2. barchan 3. seif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Depositional Features of Wind Action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Hot Desert Landscapes: Wind Action and Human Adaptation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Desert Landscapes: Wind Action and Human Adaptation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28: Depositional Features of Wind 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Barchans and seif dunes.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Depositional features of wind action; sand dunes (barchans and seif dunes).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sand and dust pile up behind walls, stones and bushes, and to recognise barchan and seif dunes.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wind deposits the sand and dust it carries.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and movement of a sand dune.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barchan and seif dunes, and define loess.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erodes the land by deflation, abrasion and attrition.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erosion forms rock pedestals, zeugen, yardangs and inselbergs.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 and dust removed by the wind must be dropped somewhere.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 windy Harmattan day, Aminatou sweeps her compound. The sand has piled up only in some places: at the foot of a wall, behind a stone and around a bush.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Aminatou does not know why the sand piled up in some places.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did the sand pile up?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the wall, the stone and the bush.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there?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obstacles slow the wind, so it drops the sand.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landforms made when the wind drops sand.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DUNES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dune_mov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sand dune moves.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DUNES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slope faces the wind? Is it gentle or steep?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DUNES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windward slope. It is gentle.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BARCHANS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barcha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dune seen from above, shaped like a crescent (a new moon).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BARCHANS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dune called?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BARCHANS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barchan.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SEIF DUNES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seif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Long, straight lines of dunes seen from above.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SEIF DUNES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these long, narrow dunes?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SEIF DUNES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Seif dunes.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Depositional Features of Wind Action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Hot Desert Landscapes: Wind Action and Human Adaptation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28: Depositional Features of Wind Action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 deposition: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dropping of sand by the wind.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dune: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hill of sand made by the wind.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Loess: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thick layer of fine dust.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Why the Wind Drops Sand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Slower wind: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loses its force.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Obstacles: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Walls, stones and bushes.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Wet sand is heavy.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Features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Sand dunes: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Gentle windward slope, steep slip 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Barchans: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Crescent-shaped dunes.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Seif dunes: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Long, straight dunes.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Loess: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 dust far from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Features (2/2)</a:t>
            </a:r>
            <a:endParaRPr lang="en-US" sz="3600" dirty="0"/>
          </a:p>
        </p:txBody>
      </p:sp>
      <p:pic>
        <p:nvPicPr>
          <p:cNvPr id="13" name="Image 0" descr="/home/claude/f4/img/v2/dune_move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dune and its two slopes.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wind drop its sand behind a wall?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wall slows the wind.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barchan?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dune shaped like a crescent.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hill of sand made by the wind is a sand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crescent-shaped dune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Long, straight dunes are ______ dunes.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an elder in your family how people in your area cope with the heat, the dust and the shortage of water during the dry season. Write down two ways.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29: Man in the Hot Desert Environments.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dépôt (l'accumulation)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 dune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dune de sable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barkhane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Seif dune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sif (dune longitudinale)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Windward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vent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Leeward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 le vent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 face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face d'avalanche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lœss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28: Depositional Features of Wind 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why the wind deposits the sand and dust it carries. Describe the structure and movement of a sand dune. Distinguish between barchan and seif dunes, and define loess.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sand and dust pile up behind walls, stones and bushes, and to recognise barchan and seif dunes.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Wind deposition, Sand dune, Loess; II. Why the Wind Drops Sand: Slower wind, Obstacles, Rain; III. Features: Sand dunes, Barchans, Seif dunes, Loess.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an elder in your family how people in your area cope with the heat, the dust and the shortage of water during the dry season. Write down two ways.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 — Lesson 28.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notes, Lesson 28 (f4.docx).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 diagrams: teacher's images (dune profile, seif) and a barchan diagram redrawn with the horns pointing downwind.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2026-09-27T04:25:18Z</dcterms:created>
  <dcterms:modified xsi:type="dcterms:W3CDTF">2026-09-27T04:25:18Z</dcterms:modified>
</cp:coreProperties>
</file>