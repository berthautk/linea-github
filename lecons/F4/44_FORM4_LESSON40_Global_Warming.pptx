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40: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climate variability, greenhouse gases. At the end, you should be able to do this: learners are able to take simple actions against global warming, such as planting trees and saving energy, and to adapt to hotter, drier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39: The Hydrological Cycle. The question was: Ask your grandparents or an elder whether the dry season is hotter or longer today than when they were young. Write down what they say.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Many elders say the dry season today is hotter and longer, and the rains are less regular than when they were young.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 warming, the greenhouse effect and greenhouse gases. Number 2: explain the natural and human causes of global warming. Number 3: describe its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hydrological cycle moves water between the oceans, the air and the land. Temperature depends on factors such as latitude, altitude and cloud cover. Human activities can make cities warmer.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Baba Hamadou, 70 years old, says that when he was young, the rains in Garoua started every year in May and March was less hot. Today, the heat is stronger and the rains are irregular.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of Garoua is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changes does Baba Hamadou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heat and irregular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change of the whole Earth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save energy and avoid burning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global warming and what we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greenhouse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greenhouse gases warm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the heat, like a blanket.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smoke from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comes out when we burn coal, petrol and diesel?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Carbon dioxide (CO₂).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solar power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solar panels help against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electricity without smoke.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Global Warming. Global warming is defined as follows. On this slide we have Global warming and Greenhouse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Global Warming. Global warming has the following causes. On this slide we have Burning fuels and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Global Warming. On this slide we have Natural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Global Warming. Global warming has the following effects. On this slide we have Extreme weather and Sea-level rise.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Global Warming. On this slide we have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People respond to global warming with the following measures. On this slide we have Mitigation.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human cause of global warming.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burning petrol and diesel (or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mitigation and adaptation?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reduces the causes; adaptation lives with the changes.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warming; number 2, carbon dioxide (CO₂);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in your family whether your area has ever been flooded or has suffered a very dry year. Write down when it happened and what damage it caused.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41: Floods, Droughts and Desertification.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40: GLOBAL WARMING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Warming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40: Global Warming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variability, greenhouse gases.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(natural and human);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39: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Many elders say the dry season today is hotter and longer, and the rains are less regular than when they were young.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 warming, the greenhouse effect and greenhouse gases.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natural and human causes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hydrological cycle moves water between the oceans, the air and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depends on factors such as latitude, altitude and cloud cover.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activities can make cities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Baba Hamadou, 70 years old, says that when he was young, the rains in Garoua started every year in May and March was less hot. Today, the heat is stronger and the rains are irregular.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Garoua is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changes does Baba Hamadou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heat and irregular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of the whole Earth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save energy and avoid burning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what we can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greenhouse gases warm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heat, like a blanket.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comes out when we burn coal, petrol and diesel?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(CO₂).</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solar power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solar panels help against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electricity without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of the average temperature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such as carbon dioxide and methane that trap heat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Burning fuels: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diesel, coal and firewood releases carbon dioxide.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leaves fewer plants to take in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Sun's energy and volcanic eruptions also change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waves, droughts and floods become more frequent.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ice raises the sea level and threatens Douala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Irregular rains lead to poorer harvests.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respond to global warming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 for example by using solar energy and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living with the changes, for example by using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and diesel (or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lives with the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of the temperature of the Earth is global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greenhouse gas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is a form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 à 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 dioxide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dioxyde de carbone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variability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variabilité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40: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 warming, the greenhouse effect and greenhouse gases. Explain the natural and human causes of global warming. Describe its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Global Warming; Causes of Global Warming; Effects of Global Warming;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in your family whether your area has ever been flooded or has suffered a very dry year. Write down when it happened and what damage it caused.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closed car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about the smoke of motorbikes and generators.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who uses a solar lamp.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IPCC Sixth Assessment Report (2021–2023).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UNFCCC: Paris Agreement (2015).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