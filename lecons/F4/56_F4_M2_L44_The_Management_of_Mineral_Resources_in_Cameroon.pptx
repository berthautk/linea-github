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44: The Management of Mineral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The Economic Development Potentials of Cameroon in the Primary Sector: Mining. The key notions we shall use today are: mineral resource, conservation, artisanal mining. At the end, you should be able to do this: learners are able to describe the mineral resources of Cameroon and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43: Mineral Resources and their Management. The question was: List five objects at home made from minerals and name the mineral.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Cooking pot (aluminium from bauxite), nails (iron), electric wire (copper), cement walls (limestone), salt.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mineral resources of Cameroon and their distribution. Number 2: explain their importance and the efforts to develop them. Number 3: explain government efforts to conserve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are non-renewable. Cameroon has bauxite and gold. Oil is produced near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East Region, artisanal miners dig for gold with simple tools. In Adamawa, the large bauxite deposit of Minim-Martap is still waiting to be exploited.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minerals of Cameroon and how they are 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gold mined?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East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a large bauxite deposit?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Minim-Martap in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illegal mining and support safe, responsible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mineral wealth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minerals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minerals of Cameroon and where they are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(coast), bauxite (Minim-Martap), iron ore (Mbalam, Kribi) and gold (East) (also limestone at Figuil).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artisanal gold miners.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artisanal gold mining.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Small-scale mining by hand, digging and washing river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bauxite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efforts to develop mineral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Mining codes and agreements with investors, and new infrastructure such as the Kribi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oil well.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importance of minerals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Export income (especially oil) and jobs (also raw materials for 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land damaged by mining.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government efforts to conserve minerals and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Mining Code and control of illegal mining (also land rehabilitation).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Cameroon has the following mineral resources. On this slide we have Energy minerals and Metallic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On this slide we have Non-metallic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minerals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Development and Importance. Minerals are developed and are important as follows. On this slide we have Efforts to develop and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Efforts to Conserve. The government conserves minerals as follows. On this slide we have Laws and Control and rehabilitation.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minerals of Cameroon and their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oil (coast), bauxite (Minim-Martap), gold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government efforts.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mining Code and fight against illegal mining.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Minim-Martap; number 2, Figuil; number 3, artisanal.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advantages and two dangers of artisanal gold mining.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45: Energy Resources.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44: THE MANAGEMENT OF MINERAL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Management of Mineral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44: The Management of Mineral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resource, conservation, artisanal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distribution; efforts to develop mineral resources; importance to the economy; government efforts to conserve mineral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mineral resources of Cameroon and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43: Mineral Resources and their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objects at home made from minerals and name the mineral.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Cooking pot (aluminium from bauxite), nails (iron), electric wire (copper), cement walls (limestone),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mineral resources of Cameroon and their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the efforts to develop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government efforts to conserve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are non-renewable.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bauxite and gold.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is produced near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artisanal miners dig for gold with simple tools. In Adamawa, the large bauxite deposit of Minim-Martap is still waiting to be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minerals of Cameroon and how they are managed.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gold mined?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a large bauxite deposit?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Minim-Martap in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illegal mining and support safe, responsible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mineral wealth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minerals of Cameroon and where they are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(coast), bauxite (Minim-Martap), iron ore (Mbalam, Kribi) and gold (East) (also limestone at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goldmin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gold miners.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artisanal gold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Small-scale mining by hand, digging and washing river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EFFORTS TO DEVELOP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bauxite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EFFORTS TO DEVELOP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develop mineral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EFFORTS TO DEVELOP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codes and agreements with investors, and new infrastructure such as the Kribi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ilwel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well.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minerals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 income (especially oil) and jobs (also raw materials for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andsc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damaged by mining.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government efforts to conserve minerals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Mining Code and control of illegal mining (also land rehabilitation).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Mining</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44: The Management of Mineral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mineral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gas are produced offshore near Limbe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Bauxite (Minim-Martap), iron ore (Mbalam, Kribi), gold (East) and cobalt (Lomié).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at Figuil is used to make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and Importance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developed and are important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Efforts to develop: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signs agreements with investors and builds ports and railways.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Minerals bring export income, jobs and raw materials for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to Conserve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conserves minerals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Mining Code controls exploitation and requires permits.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and rehabilitation: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mining is fought and damaged land must be restored.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minerals of Cameroon and their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(coast), bauxite (Minim-Martap), gold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government efforts.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Code and fight against illegal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bauxite deposit of Adamawa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for cement is found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Small-scale mining by hand is ______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dangers of artisanal gold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45: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minière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 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permis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44: The Management of Mineral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mineral resources of Cameroon and their distribution. Explain their importance and the efforts to develop them. Explain government efforts to conserve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mineral resources of Cameroon and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Development and Importance; Government Efforts to Conserve.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advantages and two dangers of artisanal gold mining.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“Mining in Kailo” by Julien Harneis, CC BY-SA 2.0, via Flickr (https://www.flickr.com/photos/16935515@N00/1873057946)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“Oil Pump Jack” by Paul Lowry, CC BY 2.0, via Flickr (https://www.flickr.com/photos/10039026@N03/2770193028)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“Hillsides scarred by landslides caused by cloudbursts, Rudraprayag, Ut” by ICIMOD.Gallery, CC BY-NC 2.0, via Flickr (https://www.flickr.com/photos/127267759@N06/16051008426)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2026-09-29T03:11:51Z</dcterms:created>
  <dcterms:modified xsi:type="dcterms:W3CDTF">2026-09-29T03:11:51Z</dcterms:modified>
</cp:coreProperties>
</file>