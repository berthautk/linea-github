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43: Mineral Resources and their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Management of Primary Resources, and the sub-topic is Forestry, Fishing and Mining as Economic Activities of the Primary Sector. The key notions we shall use today are: mineral, metallic minerals, non-metallic minerals, conservation. At the end, you should be able to do this: learners are able to classify minerals, locate them and explain their conservation.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42: The Management of Fish Resources in Cameroon. The question was: Visit a fish market and write the types of fish sold and where they come from.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tilapia and catfish from Lagdo and the Benue; frozen mackerel from the sea (often imported).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and classify mineral resources. Number 2: describe their global distribution. Number 3: explain their importance and conservation.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Minerals come from the ground. Iron is used to make tools. Minerals do not renew.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Phones, cars and roofing sheets are made from metals dug from the ground. Experts warn that some minerals may run out in the future.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Minerals are useful but can run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one metal used in daily life.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Iron (also aluminium, copper).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can minerals run out?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are non-renewable.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reuse and recycle metals.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mineral resources and use them wisely.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classification of minerals.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Distinguish metallic and non-metallic minerals.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Metallic minerals give metals (iron, bauxite, gold); non-metallic do not (limestone, salt).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an open-pit mine.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two big producers of iron ore and bauxite.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Iron ore: Australia and Brazil. Bauxite: Australia and Guinea.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steel works.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importance of minerals.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Raw materials for industry and export income (also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problems and conservation.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ways to conserve minerals.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Recycling, substitution and efficient use (also controlled mining).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scrap and waste.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recycling save minerals?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Old metals are melted and reused, so less ore is dug.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Mineral.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and Distribution. Minerals are classified and distributed as follows. On this slide we have Metallic minerals and Non-metallic minerals.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and Distribution. On this slide we have Distribution.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classification of minerals.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and Conservation. Minerals are important and must be conserved. On this slide we have Importance and Conservation.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metallic and two non-metallic minerals.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iron, gold; limestone, salt.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ways to conserve minerals.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recycling and substitution.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bauxite; number 2, non-metallic; number 3, recycling.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five objects at home made from minerals and name the mineral.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44: The Management of Mineral Resources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43: MINERAL RESOURCES AND THEIR MANAGEMENT</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Mineral Resources and their Management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Management of Primary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Forestry, Fishing and Mining as Economic Activities of the Primary Sector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43: Mineral Resources and their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Mineral, metallic minerals, non-metallic minerals, conservation.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global stock and distribution; importance to the economy; conservation of mineral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minerals, locate them and explain their conservation.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42: The Management of Fish Resources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Visit a fish market and write the types of fish sold and where they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tilapia and catfish from Lagdo and the Benue; frozen mackerel from the sea (often imported).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and classify mineral resources.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their global distribution.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importance and conservation.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Minerals come from the ground.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Iron is used to make tools.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Minerals do not renew.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Phones, cars and roofing sheets are made from metals dug from the ground. Experts warn that some minerals may run out in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Minerals are useful but can run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metal used in daily 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Iron (also aluminium, copper).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can minerals run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non-renewable.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Reuse and recycle metals.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mineral resources and use them wisely.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ineral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Classification of minerals.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metallic and non-metallic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Metallic minerals give metals (iron, bauxite, gold); non-metallic do not (limestone, salt).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open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open-pit mine.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big producers of iron ore and bauxite.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Iron ore: Australia and Brazil. Bauxite: Australia and Guinea.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stee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steel works.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importance of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Raw materials for industry and export income (also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mineral_proble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Problems and conservation.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ways to conserve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Recycling, substitution and efficient use (also controlled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lit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Scrap and waste.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recycling save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metals are melted and reused, so less ore is dug.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Management of Primary Resources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Forestry, Fishing and Mining as Economic Activities of the Primary Sector</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43: Mineral Resources and their Management</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Mineral: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natural substance found in the Earth's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and Distribution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Minerals are classified and distributed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Metallic 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give metals such as iron, aluminium (bauxite), copper and gold.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Non-metallic 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include limestone, salt, phosphate and diamonds.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and Distribution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Australia, Brazil, Guinea, South Africa, Russia and China are major producers.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and Distribution</a:t>
            </a:r>
            <a:endParaRPr lang="en-US" sz="3600" dirty="0"/>
          </a:p>
        </p:txBody>
      </p:sp>
      <p:pic>
        <p:nvPicPr>
          <p:cNvPr id="4" name="Image 0" descr="/home/claude/f4/img/v2/mineral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classification of minerals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and Conservation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Minerals are important and must be conserved: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raw materials for industry and bring jobs and export income.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Conservation: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Recycling, substitution, efficient use and controlled mining make minerals last.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metallic and two non-metallic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Iron, gold; limestone, salt.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to conserve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Recycling and substitution.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Aluminium is made from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Limestone is a ______ mineral.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Reusing old metals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objects at home made from minerals and name the mineral.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44: The Management of Mineral Resources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Mineral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minerai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métal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Gold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Recycling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recyclage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Management of Primary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43: Mineral Resources and their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and classify mineral resources. Describe their global distribution. Explain their importance and conservation.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minerals, locate them and explain their conservation.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Classification and Distribution; Importance and Conservation.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five objects at home made from minerals and name the mineral.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minerals.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ways.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collect cans.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“2017-91-06” by Community Archives of Belleville &amp; Hastings County, CC0 1.0, via Flickr (https://www.flickr.com/photos/134017397@N03/37070933734)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“Belval steel works, Luxembourg, May 1995” by sludgegulper, CC BY-SA 2.0, via Flickr (https://www.flickr.com/photos/28179929@N08/4991135732)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“Do the evolution” by Marco Bellucci, CC BY 2.0, via Flickr (https://www.flickr.com/photos/50451886@N00/3382099741)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2026-09-29T03:11:50Z</dcterms:created>
  <dcterms:modified xsi:type="dcterms:W3CDTF">2026-09-29T03:11:50Z</dcterms:modified>
</cp:coreProperties>
</file>