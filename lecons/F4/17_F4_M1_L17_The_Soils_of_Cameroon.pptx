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ferruginous, ferrallitic, alluvial, volcanic, hydromorphic soils. At the end, you should be able to do this: learners are able to locate and describe the soils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The Vegetation of Cameroon. The question was: Draw a sketch map of the vegetation of Cameroon with a key.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mangrove (coast), dense forest (south and east), montane vegetation (west), savanna (Adamawa and North) and steppe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soil types of Cameroon. Number 2: describe the characteristics of each type. Number 3: relate soils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form from weathered rock and humus. The south is wet and the north is dry.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Buea grow tea and bananas on very fertile black soil, while farmers near Garoua use fertiliser on red soils. Near the Logone, farmers grow rice on heavy wet soils.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soils differ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of Buea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volcanic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is found near the Logone?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Hydromorphic (waterlogged)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each soil for the crops that suit it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that feed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soil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ferruginous, volcanic and hydromorphic soils (also alluvial).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ferrallitic soils found and what are they like?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forest south; red, deep and leached by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plants growing on volcanic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volcanic soils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ferruginous soil with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ferruginous soils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savanna of the north and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rice on wet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hydromorphic and alluvial soils found and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floodplains of the Logone and the Benue; used for rice and vegetables.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Soil Types. Cameroon has the following soil types. On this slide we have Ferrallitic soils and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Soil Types. On this slide we have Volcanic soils, Hydromorphic soils and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soil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volcanic.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soil is the most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volcanic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ferruginous;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soil type of your area and two crops grown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Bio-geographical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Ferruginous, ferrallitic, alluvial, volcanic,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soil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The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mangrove (coast), dense forest (south and east), montane vegetation (west), savanna (Adamawa and North) and steppe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soil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soils to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form from weathered rock and humus.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and the north is dry.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Buea grow tea and bananas on very fertile black soil, while farmers near Garoua use fertiliser on red soils. Near the Logone, farmers grow rice on heavy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soils differ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of Buea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found near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(waterlogged)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each soil for the crops that suit it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that feed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volcanic and hydromorphic soils (also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ferrallitic soils found and what are they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FERRALLITIC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forest south; red, deep and leached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growing on volcanic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VOLCANIC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ferruginous soil with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ferruginous soils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FERRUGINOUS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of the north and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wet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hydromorphic and alluvial soils found and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HYDROMORPHIC AND ALLUVIAL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floodplains of the Logone and the Benue; used for rice and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soil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leached soils of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or brown soils of the savanna north, sometimes with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dark, very fertile soils of the Western Highlands and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soils of the Logone floodplain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soils deposited by rivers such as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Soil Types</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soil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volcanic.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is the most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soil types of Cameroon. Describe the characteristics of each type. Relate soils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soils of Cameroon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Soil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soil type of your area and two crops grown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Buea.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soils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floodplain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2026-09-29T03:11:41Z</dcterms:created>
  <dcterms:modified xsi:type="dcterms:W3CDTF">2026-09-29T03:11:41Z</dcterms:modified>
</cp:coreProperties>
</file>