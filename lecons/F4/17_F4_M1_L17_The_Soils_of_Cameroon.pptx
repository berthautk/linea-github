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17: The Soils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Physical Geography of Cameroon, and the sub-topic is The Bio-geographical Characteristics of Cameroon. The key notions we shall use today are: ferruginous, ferrallitic, alluvial, volcanic, hydromorphic soils. At the end, you should be able to do this: learners are able to locate and describe the soils of Cameroon and their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16: The Vegetation of Cameroon. The question was: Draw a sketch map of the vegetation of Cameroon with a key.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map shows mangrove (coast), dense forest (south and east), montane vegetation (west), savanna (Adamawa and North) and steppe (Far North).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and locate the main soil types of Cameroon. Number 2: describe the characteristics of each type. Number 3: relate soils to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Soils form from weathered rock and humus. The south is wet and the north is dry. Mount Cameroon is a volcano.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Farmers in Buea grow tea and bananas on very fertile black soil, while farmers near Garoua use fertiliser on red soils. Near the Logone, farmers grow rice on heavy wet soils.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why soils differ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the soil of Buea fertile?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volcanic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soil is found near the Logone?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Hydromorphic (waterlogged)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each soil for the crops that suit it and protect it from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soils that feed our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soils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four soil types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Ferrallitic, ferruginous, volcanic and hydromorphic soils (also alluvial).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red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Where are ferrallitic soils found and what are they like?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forest south; red, deep and leached by heavy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plants growing on volcanic rock.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volcanic soils fertile?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are rich in minerals from volcanic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ferruginous soil with laterite.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Where are ferruginous soils found?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savanna of the north and Adamawa.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rice on wet soils.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Where are hydromorphic and alluvial soils found and what are they used for?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 floodplains of the Logone and the Benue; used for rice and vegetables.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Main Soil Types. Cameroon has the following soil types. On this slide we have Ferrallitic soils and Ferruginous soils.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Soil Types. On this slide we have Volcanic soils, Hydromorphic soils and Alluvial soils.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soils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three soil types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ferrallitic, ferruginous and volcanic.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Which soil is the most fertile?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volcanic soil.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ferrallitic; number 2, ferruginous; number 3, hydromorphic.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soil type of your area and two crops grown on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1: The Bio-geographical Regions of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17: THE SOILS OF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Soils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Physical 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Bio-geographical Characteristics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17: The Soils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Ferruginous, ferrallitic, alluvial, volcanic, hydromorphic soils.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Identification and location of main soil types; main characteristics of each type.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locate and describe the soils of Cameroon and their uses.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16: The Vegetation of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vegetation of Cameroon with a key.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map shows mangrove (coast), dense forest (south and east), montane vegetation (west), savanna (Adamawa and North) and steppe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and locate the main soil types of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of each type.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Relate soils to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Soils form from weathered rock and humus.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south is wet and the north is dry.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Mount Cameroon is a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in Buea grow tea and bananas on very fertile black soil, while farmers near Garoua use fertiliser on red soils. Near the Logone, farmers grow rice on heavy wet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why soils differ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soil of Buea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volcanic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soil is found near the Logone?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Hydromorphic (waterlogged)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each soil for the crops that suit it and protect it from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soils that feed our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ameroon_soil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soils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soil types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Ferrallitic, ferruginous, volcanic and hydromorphic soils (also alluvial).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FERRALLITIC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red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red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FERRALLITIC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ferrallitic soils found and what are they like?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FERRALLITIC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forest south; red, deep and leached by heavy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VOLCANIC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fernlava.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Plants growing on volcanic rock.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VOLCANIC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volcanic soils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VOLCANIC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rich in minerals from volcanic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FERRUGINOUS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laterite.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ferruginous soil with laterite.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FERRUGINOUS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ferruginous soils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FERRUGINOUS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savanna of the north and Adamawa.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HYDROMORPHIC AND ALLUVIAL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rice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Rice on wet soils.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HYDROMORPHIC AND ALLUVIAL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hydromorphic and alluvial soils found and what are they used for?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HYDROMORPHIC AND ALLUVIAL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floodplains of the Logone and the Benue; used for rice and vegetables.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Physical Geography of Cameroon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Bio-geographical Characteristics of Cameroon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17: The Soils of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Soil Types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has the following soil types: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Ferrallitic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red, deep, leached soils of the forest south.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Ferruginous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red or brown soils of the savanna north, sometimes with laterite.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Soil Types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Volcanic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dark, very fertile soils of the Western Highlands and Mount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Hydromorphic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waterlogged soils of the Logone floodplain and swamps.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Alluvial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fertile soils deposited by rivers such as the Benue.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Soil Types</a:t>
            </a:r>
            <a:endParaRPr lang="en-US" sz="3600" dirty="0"/>
          </a:p>
        </p:txBody>
      </p:sp>
      <p:pic>
        <p:nvPicPr>
          <p:cNvPr id="4" name="Image 0" descr="/home/claude/f4/img/v2/cameroon_soil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soils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soil types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Ferrallitic, ferruginous and volcanic.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soil is the most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Volcanic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soils of the forest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soils of the savanna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Waterlogged soils are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soil type of your area and two crops grown on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The Bio-geographical Regions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Volcanic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Volcanique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Alluvial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Alluvial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Floodplain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plaine d'inondation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Physical 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17: The Soils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and locate the main soil types of Cameroon. Describe the characteristics of each type. Relate soils to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locate and describe the soils of Cameroon and their uses.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Main Soil Types.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soil type of your area and two crops grown on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red soil.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name crops of Buea.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soils of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name floodplain crops.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“in the middle of nowhere, morocco” by mariusz kluzniak, CC BY-NC-ND 2.0, via Flickr (https://www.flickr.com/photos/39997856@N03/8398997251)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“Fern Growing in Lava” by Ed Suominen, CC BY-NC 2.0, via Flickr (https://www.flickr.com/photos/37960170@N07/9688955410)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“Laterite soil bricks in Richard Rebello's farm” by India Water Portal, CC BY-NC-SA 2.0, via Flickr (https://www.flickr.com/photos/21623815@N03/10720461943)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“Irrigated rice fields in Sefula, Zambia. Photo by Kate Longley, 2013.” by WorldFish, CC BY-NC-ND 2.0, via Flickr (https://www.flickr.com/photos/61545321@N06/8608804590)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2026-09-28T21:15:00Z</dcterms:created>
  <dcterms:modified xsi:type="dcterms:W3CDTF">2026-09-28T21:15:00Z</dcterms:modified>
</cp:coreProperties>
</file>