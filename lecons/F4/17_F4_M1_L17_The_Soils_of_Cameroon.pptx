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The Soils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The Bio-geographical Characteristics of Cameroon. The key notions we shall use today are: ferruginous, ferrallitic, alluvial, volcanic, hydromorphic soils. At the end, you should be able to do this: learners are able to locate and describe the soils of Cameroon and their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The Vegetation of Cameroon. The question was: Draw a sketch map of the vegetation of Cameroon with a key.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mangrove (coast), dense forest (south and east), montane vegetation (west), savanna (Adamawa and North) and steppe (Far North).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locate the main soil types of Cameroon. Number 2: describe the characteristics of each type. Number 3: relate soils to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Soils form from weathered rock and humus. The south is wet and the north is dry. Mount Cameroon is a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Farmers in Buea grow tea and bananas on very fertile black soil, while farmers near Garoua use fertiliser on red soils. Near the Logone, farmers grow rice on heavy wet soils.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soils differ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soil of Buea fertile?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volcanic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soil is found near the Logone?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Hydromorphic (waterlogged)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each soil for the crops that suit it and protect it from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soils that feed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soils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soil types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Ferrallitic, ferruginous, volcanic and hydromorphic soils (also alluvial).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are ferrallitic soils found and what are they like?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forest south; red, deep and leached by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plants growing on volcanic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volcanic soils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rich in minerals from volcanic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ferruginous soil with laterite.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ferruginous soils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savanna of the north and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rice on wet soils.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are hydromorphic and alluvial soils found and what are they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floodplains of the Logone and the Benue; used for rice and vegetables.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Soil Types. Cameroon has the following soil types. On this slide we have Ferrallitic soils and Ferruginous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Soil Types. On this slide we have Volcanic soils, Hydromorphic soils and Alluvial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soil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ferrallitic, ferruginous and volcanic.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soil is the most fertile?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volcanic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ferrallitic; number 2, ferruginous; number 3, hydromorphic.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soil type of your area and two crops grown on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The Bio-geographical Regions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THE SOILS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Bio-geographical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The Soils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Ferruginous, ferrallitic, alluvial, volcanic, hydromorphic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location of main soil types; main characteristics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soils of Cameroon and their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The Vegetation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of Cameroon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mangrove (coast), dense forest (south and east), montane vegetation (west), savanna (Adamawa and North) and steppe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locate the main soil types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type.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Relate soils to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form from weathered rock and humus.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wet and the north is dry.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Buea grow tea and bananas on very fertile black soil, while farmers near Garoua use fertiliser on red soils. Near the Logone, farmers grow rice on heavy wet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soils differ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soil of Buea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volcanic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is found near the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Hydromorphic (waterlogged)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each soil for the crops that suit it and protect it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soils that feed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soil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ferruginous, volcanic and hydromorphic soils (also alluvial).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FERRALLITIC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FERRALLITIC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ferrallitic soils found and what are they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FERRALLITIC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forest south; red, deep and leached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VOLCANIC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fernlav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Plants growing on volcanic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VOLCANIC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VOLCANIC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in minerals from volcanic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FERRUGINOUS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ferruginous soil with laterite.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FERRUGINOUS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ferruginous soils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FERRUGINOUS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savanna of the north and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HYDROMORPHIC AND ALLUVIAL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on wet soils.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HYDROMORPHIC AND ALLUVIAL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hydromorphic and alluvial soils found and what are they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HYDROMORPHIC AND ALLUVIAL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floodplains of the Logone and the Benue; used for rice and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Bio-geographical Characteristics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17: The Soils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Soil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soil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Ferrallitic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 deep, leached soils of the forest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 or brown soils of the savanna north, sometimes with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Soil Types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dark, very fertile soils of the Western Highlands and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Hydromorphic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waterlogged soils of the Logone floodplain and swamps.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soils deposited by rivers such as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Soil Types</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soil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ferruginous and volcanic.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is the most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forest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savanna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Waterlogged soils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soil type of your area and two crops grown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The Bio-geographical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The Soils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locate the main soil types of Cameroon. Describe the characteristics of each type. Relate soils to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soils of Cameroon and their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Main Soil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soil type of your area and two crops grown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crops of Buea.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soils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floodplain crops.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“Fern Growing in Lava” by Ed Suominen, CC BY-NC 2.0, via Flickr (https://www.flickr.com/photos/37960170@N07/9688955410)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2026-10-02T05:13:25Z</dcterms:created>
  <dcterms:modified xsi:type="dcterms:W3CDTF">2026-10-02T05:13:25Z</dcterms:modified>
</cp:coreProperties>
</file>