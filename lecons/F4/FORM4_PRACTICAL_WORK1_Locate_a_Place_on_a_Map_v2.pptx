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do Practical Work 1: we locate places on a map with their latitude and longitude. Take out your atlases, rulers and pencils.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that every pair of learners has an atlas and a ruler.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grid on the board and number its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the steps with a ruler on the map of the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give learners the atlas map of Africa.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left (or right) 2. top (or bottom) 3. 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PRACTICAL WORK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Place on a Map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Location and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1: Locate a Place on a Map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Grid, coordinates, latitude, longitude.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Locating a place on a map using latitudes and longitudes; reading and writing geographical coordinates.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find a place on a map from its coordinates, and to give the coordinates of towns such as Garoua, Maroua and Ngaoundéré.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the meaning of latitude and longitude on a map.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steps to read the coordinates of a place.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place on a map from its coordinates.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coordinates of Cameroon and of some of its towns.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latitude measures the distance north or south of the Equator.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longitude measures the distance east or west of the Prime Meridian.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the latitude first and the longitude second.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Red Cross team in Garoua must bring medicines to a small village. The office sends only two numbers: "10° N, 14° E". The team must find the village on their paper map.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team must find a village with only two numbers.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the two numbers show?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latitude (10° N) and the longitude (14° E).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these numbers written on a map?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sides (latitude) and the top (longitude) of the map.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find a place on a map with its coordinates.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REVISION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ameroon_gri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map of Cameroon with a grid.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REVISION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latitude written on this map? And the longitude?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REVISION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Latitude on the left side. Longitude at the top.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coordinate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reading the coordinates of Garoua.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 two steps to read the coordinates of Garoua?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Go left to read the latitude: 9° N. 2. Go up to read the longitude: 13° 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EXERCISE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africa_gri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 with a grid of 10°. Find the red dot.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EXERCISE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the coordinates of the red dot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EXERCISE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4° N and 12° 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Locate a Place on a Map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Location and Time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1: Locate a Place on a Map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the latitude and the longitude of a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Grid: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set of lines of latitude and longitude on a map.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Steps to Read Coordinates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place on the map.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left and read the latitude.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 up and read the longitude.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latitude first: 9° N, 13° 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Steps to Read Coordinates (2/2)</a:t>
            </a:r>
            <a:endParaRPr lang="en-US" sz="3600" dirty="0"/>
          </a:p>
        </p:txBody>
      </p:sp>
      <p:pic>
        <p:nvPicPr>
          <p:cNvPr id="13" name="Image 0" descr="/home/claude/f4/img/v2/coordinates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example of Garoua.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Exercise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Garoua: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9° N, 13° 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Maroua: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11° N, 14° 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Yaoundé: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4° N, 12° 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read first: the latitude or the longitude?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latitude.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town is at about 4° N, 12° E?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Yaoundé.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map, the latitude is read on the ______ side.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longitude is read at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Garoua is at about 9° N and ______ ° E.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the time on a phone set to Cameroon time and on a phone or television showing the time in another country (for example Dubai or Brazil). Write both times and the difference.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4: Local Time, Standard Time and Time Zones.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L'atlas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grille / le quadrillage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bord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degré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 (of arc)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minute (d'angle)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locate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1: Locate a Place on a Map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 the meaning of latitude and longitude on a map. Follow the steps to read the coordinates of a place. Find a place on a map from its coordinates. Give the coordinates of Cameroon and of some of its towns.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find a place on a map from its coordinates, and to give the coordinates of towns such as Garoua, Maroua and Ngaoundéré.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Coordinates, Grid; II. Steps to Read Coordinates: Step 1, Step 2, Step 3, Step 4; III. Exercise: Garoua, Maroua, Yaoundé.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the time on a phone set to Cameroon time and on a phone or television showing the time in another country (for example Dubai or Brazil). Write both times and the difference.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2026-09-27T04:25:13Z</dcterms:created>
  <dcterms:modified xsi:type="dcterms:W3CDTF">2026-09-27T04:25:13Z</dcterms:modified>
</cp:coreProperties>
</file>