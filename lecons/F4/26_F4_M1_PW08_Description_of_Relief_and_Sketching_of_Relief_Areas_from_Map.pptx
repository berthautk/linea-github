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8: Description of Relief and Sketching of Relief Areas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relief region, highland, lowland, sketch map, cross-section. At the end, you should be able to do this: learners are able to describe relief from a map and draw a sketch map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7: Interpreting Relief Forms from Maps. The question was: Draw the contour patterns of a hill, a valley and a spur.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Hill: closed rings rising inward. Valley: Vs pointing uphill with a river. Spur: Vs pointing downhill.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divide a map extract into relief regions. Number 2: describe each region with map evidence. Number 3: draw a sketch map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show relief. Close contours show steep slopes. A sketch map has a frame, title, key, scale and north arrow.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GCE exam, candidates must describe the relief of a map extract and draw a sketch map of its relief regions. Many forget to give heights and grid references.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Candidates describe relief without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evidence should they give?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a sketch map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frame, title, key, scale and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every description with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relief clearly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divide a map into relief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grouping areas of similar height and slope: highland, valley, lowland, isolated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describing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must a description of each region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Location (direction, grid reference), height, slope and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cross-section.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cross-section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shape of the land along a line between two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elements of a relief sketch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Frame, title, key, scale, north arrow and the boundaries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highland in the north-west of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above about 400 m, with steep slopes shown by close contours and several spurs.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region and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Describing Relief. Relief is described in the following steps. On this slide we have Divide and Describe.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Describing Relief.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Sketching Relief Areas. A relief sketch map is drawn as follows. On this slide we have Frame and grid and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Sketching Relief Areas. On this slide we have Marginal information.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relief extract.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must a relief description include?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location, height, slope and landforms with evidence.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elements of a sketch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frame, title, key and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region; number 2, sketch; number 3,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relief regions of a map extract and describe one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9: Description of Drainage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8: DESCRIPTION OF RELIEF AND SKETCHING OF RELIEF AREAS FROM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Relief and Sketching of Relief Areas from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8: Description of Relief and Sketching of Relief Areas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region, highland, lowland, sketch map, cross-section.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Describing relief and sketching relief areas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relief from a map and draw a sketch map of relief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7: Interpreting Relief Forms from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contour patterns of a hill, a valley and a spur.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 closed rings rising inward. Valley: Vs pointing uphill with a river. Spur: Vs pointing downhill.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Divide a map extract into relief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region with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Close contours show steep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has 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GCE exam, candidates must describe the relief of a map extract and draw a sketch map of its relief regions. Many forget to give heights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Candidates describe relief without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should they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sketch map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every description with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relief clearly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divide a map into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grouping areas of similar height and slope: highland, valley, lowland, isolated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description of each region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 (direction, grid reference), height, slope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cross-section.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cross-section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of the land along a line between two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of a relief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scale, north arrow and the boundaries of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highland in the north-west of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above about 400 m, with steep slopes shown by close contours and several spurs.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Map Interpretation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8: Description of Relief and Sketching of Relief Areas from Maps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similar height and slope.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simple drawing of the main features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Relief</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is described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divide the map into relief regions such as highlands, valleys and lowlands.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each region we give its location, height, slope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support the description with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relief sketch map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Frame and 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frame of the same shape as the extract.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boundaries of the relief regions and shade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Marginal information: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a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relief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relief description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 height, slope and landforms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a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of similar height and slope is a relief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simple drawing of a map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Descriptions must include map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relief regions of a map extract and describe one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9: Description of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L'esquisse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Frame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8: Description of Relief and Sketching of Relief Areas from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Divide a map extract into relief regions. Describe each region with map evidence. Draw a sketch map of relief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relief from a map and draw a sketch map of relief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Describing Relief; Sketching Relief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relief regions of a map extract and describe one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one region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section.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frame.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it orally.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2026-09-29T03:11:43Z</dcterms:created>
  <dcterms:modified xsi:type="dcterms:W3CDTF">2026-09-29T03:11:43Z</dcterms:modified>
</cp:coreProperties>
</file>