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Practical Work 8: Description of Relief and Sketching of Relief Areas from Maps.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I: Ecological Systems and their Resources.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Initiation to Map Analysis, and the sub-topic is Map Interpretation. The key notions we shall use today are: relief region, highland, lowland, sketch map, cross-section. At the end, you should be able to do this: learners are able to describe relief from a map and draw a sketch map of relief regions.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Practical Work 7: Interpreting Relief Forms from Maps. The question was: Draw the contour patterns of a hill, a valley and a spur.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Hill: closed rings rising inward. Valley: Vs pointing uphill with a river. Spur: Vs pointing downhill.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divide a map extract into relief regions. Number 2: describe each region with map evidence. Number 3: draw a sketch map of relief regions.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Contours show relief. Close contours show steep slopes. A sketch map has a frame, title, key, scale and north arrow.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the GCE exam, candidates must describe the relief of a map extract and draw a sketch map of its relief regions. Many forget to give heights and grid references.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Candidates describe relief without map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evidence should they give?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Heights, grid references and directions.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must a sketch map have?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frame, title, key, scale and north arrow.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support every description with heights, grid references and directions.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practical work helps us to describe relief clearly with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a relief extract (invented).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How do we divide a map into relief regions?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By grouping areas of similar height and slope: highland, valley, lowland, isolated hills.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describing relief.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must a description of each region include?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Location (direction, grid reference), height, slope and landforms.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a cross-section.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does a cross-section show?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shape of the land along a line between two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elements of a sketch map.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Name the elements of a relief sketch map.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Frame, title, key, scale, north arrow and the boundaries of relief regions.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a map extract.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Describe the highland in the north-west of the extract.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rises above about 400 m, with steep slopes shown by close contours and several spurs.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Relief region and Sketch map.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Describing Relief. Relief is described in the following steps. On this slide we have Divide and Describe.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Describing Relief. On this slide we have Evidence.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Sketching Relief Areas. A relief sketch map is drawn as follows. On this slide we have Frame and grid and Regions.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Sketching Relief Areas. On this slide we have Marginal information.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a relief extract.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must a relief description include?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location, height, slope and landforms with evidence.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Name four elements of a sketch map.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frame, title, key and north arrow.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region; number 2, sketch; number 3,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a sketch map of the relief regions of a map extract and describe one region.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Practical Work 9: Description of Drainage on Maps.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PRACTICAL WORK 8: DESCRIPTION OF RELIEF AND SKETCHING OF RELIEF AREAS FROM MAPS</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Practical Work 8</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Description of Relief and Sketching of Relief Areas from Maps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 Ecological Systems and their 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Initiation to Map Analysis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Map Interpretation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Practical Work 8: Description of Relief and Sketching of Relief Areas from Maps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Relief region, highland, lowland, sketch map, cross-section.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Describing relief and sketching relief areas from maps.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relief from a map and draw a sketch map of relief regions.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(Practical Work 7: Interpreting Relief Forms from Maps):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contour patterns of a hill, a valley and a spur.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Hill: closed rings rising inward. Valley: Vs pointing uphill with a river. Spur: Vs pointing downhill.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Divide a map extract into relief regions.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each region with map evidence.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Draw a sketch map of relief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Contours show relief.</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Close contours show steep slopes.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sketch map has a frame, title, key, scale and north arrow.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GCE exam, candidates must describe the relief of a map extract and draw a sketch map of its relief regions. Many forget to give heights and grid references.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Candidates describe relief without map evidence.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evidence should they give?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Heights, grid references and directions.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must a sketch map have?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frame, title, key, scale and north arrow.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Support every description with heights, grid references and directions.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helps us to describe relief clearly with evidence.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DIVIDING INTO REGIONS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topo_relief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relief extract (invented).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DIVIDING INTO REGIONS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we divide a map into relief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DIVIDING INTO REGIONS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grouping areas of similar height and slope: highland, valley, lowland, isolated hills.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DESCRIPTION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topo_relief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Describing relief.</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DESCRIPTION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must a description of each region include?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DESCRIPTION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Location (direction, grid reference), height, slope and landforms.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CROSS-SECTION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cross_sectio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cross-section.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CROSS-SECTION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a cross-section show?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CROSS-SECTION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shape of the land along a line between two points.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SKETCH MAP</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map_marginal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Elements of a sketch map.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SKETCH MAP</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elements of a relief sketch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SKETCH MAP</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Frame, title, key, scale, north arrow and the boundaries of relief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EXERCISE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topo_relief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map extract.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EXERCISE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highland in the north-west of the extract.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EXERCISE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rises above about 400 m, with steep slopes shown by close contours and several spurs.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Initiation to Map Analysis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Map Interpretation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Practical Work 8: Description of Relief and Sketching of Relief Areas from Maps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Relief region: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an area with similar height and slope.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Sketch map: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simple drawing of the main features of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Describing Relief</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Relief is described in the following steps: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Divide: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divide the map into relief regions such as highlands, valleys and lowlands.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Describe: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 each region we give its location, height, slope and landforms.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Describing Relief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Evidence: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support the description with heights, grid references and directions.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Sketching Relief Areas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 relief sketch map is drawn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Frame and grid: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draw a frame of the same shape as the extract.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Regions: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draw the boundaries of the relief regions and shade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Sketching Relief Areas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Marginal information: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add a title, key, scale and north arrow.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Sketching Relief Areas</a:t>
            </a:r>
            <a:endParaRPr lang="en-US" sz="3600" dirty="0"/>
          </a:p>
        </p:txBody>
      </p:sp>
      <p:pic>
        <p:nvPicPr>
          <p:cNvPr id="4" name="Image 0" descr="/home/claude/f4/img/v2/topo_relief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a relief extract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must a relief description include?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Location, height, slope and landforms with evidence.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four elements of a sketch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Frame, title, key and north arrow.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An area of similar height and slope is a relief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simple drawing of a map is a ______ map.</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Descriptions must include map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sketch map of the relief regions of a map extract and describe one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9: Description of Drainage on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Relief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relief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Sketch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L'esquisse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Region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région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Evidence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preuve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Cross-section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coupe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Frame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cadre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Initiation to Map Analysis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Practical Work 8: Description of Relief and Sketching of Relief Areas from Maps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Divide a map extract into relief regions. Describe each region with map evidence. Draw a sketch map of relief regions.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relief from a map and draw a sketch map of relief regions.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Describing Relief; Sketching Relief Areas.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a sketch map of the relief regions of a map extract and describe one region.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use a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one region together.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a simple section.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draw a frame.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it orally.</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4, Module I: Ecological Systems and their Resources.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2026-10-02T05:13:27Z</dcterms:created>
  <dcterms:modified xsi:type="dcterms:W3CDTF">2026-10-02T05:13:27Z</dcterms:modified>
</cp:coreProperties>
</file>