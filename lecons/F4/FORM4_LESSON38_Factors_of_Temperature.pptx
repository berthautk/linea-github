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38: Factors of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Basic Notions of Climate. The key notions we shall use today are: weather and climate. At the end, you should be able to do this: learners are able to explain why one place is hotter or cooler than another, and to choose shade, trees and building materials that reduce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37: Local Winds. The question was: Compare the temperature of Garoua with that of Ngaoundéré (ask an adult who has travelled there). Write one sentence to say which town is cooler and one possible reason.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Ngaoundéré is cooler than Garoua because it is at a higher altitude (about 1,100 m against about 200 m): temperature falls with height.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main factors that affect temperature. Number 2: explain how each factor makes a place hotter or cooler. Number 3: use these factors to compare temperatures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Local winds are caused by unequal heating of land and sea, or slopes and valleys. Land heats and cools faster than water. Temperature falls with height in the troposphere.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Oumar travels from Garoua to Ngaoundéré. In Garoua, it is 35 °C. In Ngaoundéré, in the evening, he needs a sweater. The two towns are not far apart.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Oumar does not know why Ngaoundéré is cooler.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difference between the two towns?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Ngaoundéré is high (1,212 m); Garoua is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temperature with height?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to make our towns cooler.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why temperatures change from place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sun rays at the Equator and near the poles.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it hotter near the Equator?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sun rays are direct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mount Kilimanjaro, near the Equator, has snow on top.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there snow on a mountain near the Equator?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very high. Temperature falls with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people and animals near a big shady tree.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it cooler under trees?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leaves stop the sun 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Latitude and Altitude. Latitude and altitude affect temperature as follows. On this slide we have Latitude.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Latitude and Altitude. On this slide we have Altitude.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Sun's rays and latitude.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Other Factors of Temperature. Temperature is also affected by the following factors. On this slide we have Cloud cover and Air masses and winds.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Other Factors of Temperature. On this slide we have Distance from the sea and ocean currents and Vegetation and human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Ngaoundéré cooler than Garoua?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higher (altitude).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Douala's temperature range small?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near the sea.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altitude; number 2, direct; number 3,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Put a little water in a bowl in the sun in the morning. In the evening, check how much water is left and write where you think the missing water went.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39: The Hydrological Cycle.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38: FACTORS OF TEMPERATURE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Factors of Temperature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Basic Notions of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38: Factors of Temperature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and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Factors of temperature: latitude, altitude, cloud cover, air masses, ocean currents, vegetation, human activities, etc.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one place is hotter or cooler than another, and to choose shade, trees and building materials that reduce heat.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37: Local Winds):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temperature of Garoua with that of Ngaoundéré (ask an adult who has travelled there). Write one sentence to say which town is cooler and one possible reason.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Ngaoundéré is cooler than Garoua because it is at a higher altitude (about 1,100 m against about 200 m): temperature falls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factors that affect temperature.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each factor makes a place hotter or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Use these factors to compare temperatures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Local winds are caused by unequal heating of land and sea, or slopes and valleys.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Land heats and cools faster than water.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with height in the troposphere.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 travels from Garoua to Ngaoundéré. In Garoua, it is 35 °C. In Ngaoundéré, in the evening, he needs a sweater. The two towns are not far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 does not know why Ngaoundéré is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the two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Ngaoundéré is high (1,212 m); Garoua is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temperature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to make our towns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why temperatures change from place to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un_ray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Sun rays at the Equator and near the poles.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hotter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rays are direct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ALTITUDE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kilimanjar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Kilimanjaro, near the Equator, has snow on top.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ALTITUDE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snow on a mountain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ALTITUDE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very high. Temperature falls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attl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and animals near a big shady tree.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cooler under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leaves stop the sun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Basic Notions of 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38: Factors of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 and Altitude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Latitude and altitude affect temperature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Places near the Equator receive direct rays and are hot, while places near the poles receive slanting rays and are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 and Altitude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by about 6.5 °C for every 1,000 m of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Latitude and Altitude</a:t>
            </a:r>
            <a:endParaRPr lang="en-US" sz="3600" dirty="0"/>
          </a:p>
        </p:txBody>
      </p:sp>
      <p:pic>
        <p:nvPicPr>
          <p:cNvPr id="4" name="Image 0" descr="/home/claude/f4/img/v2/sun_ray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Sun's rays and latitude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Other Factors of Temperature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Temperature is also affected by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Cloud cover: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Clouds make days cooler and nights warmer.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masses and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Winds bring the temperature of the places they come from, like the dry and cool Harmattan nights.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Other Factors of Temperature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Distance from the sea and ocean currents: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keeps coastal towns like Douala mild with a small range, and cold currents cool coasts.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and human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cool the air, while towns with concrete and cars are hotter.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Ngaoundéré cooler than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higher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Douala's temperature range small?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Temperature falls when ______ increases.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the Equator, the sun rays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Places near the sea have a ______ temperature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a little water in a bowl in the sun in the morning. In the evening, check how much water is left and write where you think the missing water went.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39: The Hydrological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 cover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nébulosité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 mass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masse d'air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marin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 island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L'îlot de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38: Factors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main factors that affect temperature. Explain how each factor makes a place hotter or cooler. Use these factors to compare temperatures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one place is hotter or cooler than another, and to choose shade, trees and building materials that reduce heat.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Latitude and Altitude; Other Factors of Temperature.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Put a little water in a bowl in the sun in the morning. In the evening, check how much water is left and write where you think the missing water went.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shine a torch straight and then at an angle on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Garoua and Ngaoundéré.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where they rest at midday.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Climate normals of Garoua, Maroua, Ngaoundéré and Douala (via Wikipedia climate tables: NOAA, WMO).</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“Kilimanjaro” by ian 1602, CC BY-NC 2.0, via Flickr (https://www.flickr.com/photos/98181641@N00/2179855841)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“Acacia Tree” by D-Stanley, CC BY 2.0, via Flickr (https://www.flickr.com/photos/79721788@N00/11527335486)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2026-09-27T10:04:56Z</dcterms:created>
  <dcterms:modified xsi:type="dcterms:W3CDTF">2026-09-27T10:04:56Z</dcterms:modified>
</cp:coreProperties>
</file>