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41: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floods, droughts, desertification. At the end, you should be able to do this: learners are able to recognise the risks of floods and drought in their area and to take actions to protect their families, crops and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40: Global Warming. The question was: Ask an adult in your family whether your area has ever been flooded or has suffered a very dry year. Write down when it happened and what damage it caused.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2012 the Benue flooded after the Lagdo Dam released water; houses, rice and onion fields were destroyed and many people were displaced.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floods, droughts and desertification and give their areas of occurrence. Number 2: explain their causes. Number 3: describe their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Global warming is the long-term rise of the Earth's temperature. It makes droughts and floods more frequent. Mitigation reduces its causes; adaptation helps people to live with its effects.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2012, floods destroyed villages along the Benue near Garoua. Six months later, in the Far North, the rains stopped early and the crops dried up.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North suffers from both floods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in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along the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in the Far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drought: the rains stopped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prepare for floods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causes of floods along the Benue.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and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dry, cracked soil in a drought.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difference between a drought and desertification?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drought is a period without rain; desertification is the spread of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farmers dig small pits (zaï) to keep water for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pits help farmers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keep water and manure near the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These hazards have the following causes.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These hazards have the following effects.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These hazards are managed with the following measures. On this slide we have Floods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spread of the desert.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way to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(or stop overgrazing).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desertification;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how many buckets (or litres) of water your family uses in one day, and list the main uses (drinking, cooking, washing).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42: Water Scarcity.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41: FLOODS, DROUGHTS AND DESERTIFICATION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Floods, Droughts and Desertification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41: Floods, Droughts and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Floods, droughts,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area of occurrence); causes;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40: Global Warming):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2012 the Benue flooded after the Lagdo Dam released water; houses, rice and onion fields were destroyed and many people were displaced.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floods, droughts and desertification and give their areas of occurrence.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Global warming is the long-term rise of the Earth's temperature.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makes droughts and floods more frequent.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Mitigation reduces its causes; adaptation helps people to live with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2012, floods destroyed villages along the Benue near Garoua. Six months later, in the Far North, the rains stopped early and the crops dried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suffers from both floods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in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drought: the rains stopped early.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prepare for floods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floods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 in a drought.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drought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drought is a period without rain; desertification is 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Farmers dig small pits (zaï) to keep water for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pits help farmers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and manure near the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water covers land that is usually dry, as along the Benue and the Logone.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period without enough rain, common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dry lands, as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are caused by heavy rain, blocked drains and water released from dams.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is caused by low and irregular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 is caused by overgrazing, cutting trees, bush fires and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have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and crops and spread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causes hunger and the death of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 makes the land poor and forces people to migrate.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hazards are managed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Dykes, good drains and warnings reduce flood damage.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drought-resistant seeds reduce the effects of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such as the Sahel Vert operation, stops 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way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(or stop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enough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Early 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 précoce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41: Floods, Droughts and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floods, droughts and desertification and give their areas of occurrence. Explain their causes. Describe their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Effects;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how many buckets (or litres) of water your family uses in one day, and list the main uses (drinking, cooking, washing).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year when the rains stopped early.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zaï pits of the Sahel.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African Union: Great Green Wall.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2026-09-27T10:04:57Z</dcterms:created>
  <dcterms:modified xsi:type="dcterms:W3CDTF">2026-09-27T10:04:57Z</dcterms:modified>
</cp:coreProperties>
</file>