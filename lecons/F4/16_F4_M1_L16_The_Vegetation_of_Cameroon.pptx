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The Vegetation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Physical Geography of Cameroon, and the sub-topic is The Bio-geographical Characteristics of Cameroon. The key notions we shall use today are: rainforest, savannah, montane vegetation, mangrove, steppe. At the end, you should be able to do this: learners are able to locate and describe the vegetation types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The Climate of Cameroon. The question was: Compare the climographs of Yaoundé and Garoua in three sentences.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Yaoundé has rain in almost every month with two peaks; Garoua has one rainy season from May to October; Garoua is hotter and has a larger temperature range.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and locate the vegetation types of Cameroon. Number 2: describe the characteristics of each type. Number 3: relate vegetation to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south is hot and wet. The north has a long dry season. Mountains are cooler.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Travelling from Kribi to Kousseri, a traveller sees mangroves on the coast, a dense forest, then savanna and finally short grass with thorny bushes near Lake Chad.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vegetation changes across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vegetation is found on the coast?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Mangroves.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found near Lake Chad?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Short grass and thorny bushes (steppe).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vegetation of your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and protect the vegetation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vegetation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vegetation types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Dense rainforest, mangrove, savanna and steppe (also montane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dense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rainforest of the south.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evergreen trees in layers, very dense.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mangroves.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are mangroves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Along the coast, in salty water, around Douala and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savanna of the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 with scattered trees that lose their leaves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steppe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steppe of the Far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Short grass and thorny bushes adapted to dryness.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Vegetation Types. Cameroon has the following vegetation types. On this slide we have Dense rainforest and Mangrove.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Vegetation Types. On this slide we have Montane vegetation, Savanna and Steppe.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vegetation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vegetation types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rainforest, mangrove, savanna and steppe.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Where is the steppe found?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the Far North.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mangrove; number 2, savanna; number 3, steppe.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vegetation of Cameroon with a key.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The Soils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THE VEGETATION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Vegetation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Bio-geographical Characteristics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The Vegetation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Rainforest, savannah, montane vegetation, mangrove, steppe.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and location of main types; main characteristics of each type.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and describe the vegetation types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The Climate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climographs of Yaoundé and Garoua in three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has rain in almost every month with two peaks; Garoua has one rainy season from May to October; Garoua is hotter and has a larger temperature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and locate the vegetation types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each type.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Relate vegetation to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south is hot and wet.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 has a long dry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Mountains are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Travelling from Kribi to Kousseri, a traveller sees mangroves on the coast, a dense forest, then savanna and finally short grass with thorny bushes near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vegetation changes across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vegetation is found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Mangroves.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found near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grass and thorny bushes (steppe).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vegetation of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and protect the vegetation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vegetation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vegetation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rainforest, mangrove, savanna and steppe (also montane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RAINFOREST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dense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RAINFOREST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rainforest of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RAINFOREST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evergreen trees in layers, very dense.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MANGROVE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mangrove.jpg">    </p:cNvPr>
          <p:cNvPicPr>
            <a:picLocks noChangeAspect="1"/>
          </p:cNvPicPr>
          <p:nvPr/>
        </p:nvPicPr>
        <p:blipFill>
          <a:blip r:embed="rId1"/>
          <a:stretch>
            <a:fillRect/>
          </a:stretch>
        </p:blipFill>
        <p:spPr>
          <a:xfrm>
            <a:off x="2248596" y="1783080"/>
            <a:ext cx="769450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Mangroves.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MANGROVE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mangroves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MANGROVE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the coast, in salty water, around Douala and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SAVANNA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SAVANNA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savanna of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SAVANNA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with scattered trees that lose their leaves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STEPPE AND MONTANE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tepp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Steppe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STEPPE AND MONTANE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steppe of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STEPPE AND MONTANE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grass and thorny bushes adapted to dryness.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Physical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Bio-geographical Characteristics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16: The Vegetation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Vegetation Types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vegetation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 rainforest: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the south and east with tall evergreen trees.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Mangrove: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grows in salty water along the coast near Douala and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Vegetation Types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Montane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Montane forest and grassland cover the Western Highlands.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with scattered trees covers Adamawa and the North.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grass and thorny bushes cover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Vegetation Types</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vegetation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vegetation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mangrove, savanna and steppe.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steppe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 in salty coastal water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vegetation of Garoua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vegetation of the Far North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vegetation of Cameroon with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The Soils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Steppe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steppe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The Vegetation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and locate the vegetation types of Cameroon. Describe the characteristics of each type. Relate vegetation to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and describe the vegetation types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Main Vegetation Types.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vegetation of Cameroon with a key.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South.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Wouri estuary.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Far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“Pitchavaram waterway - Mangrove forest” by Balaji.B Photography, CC BY 2.0, via Flickr (https://www.flickr.com/photos/81073027@N00/1745978833)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“Tank on the Kazakh steppe” by Timon91, CC BY-NC-SA 2.0, via Flickr (https://www.flickr.com/photos/52250985@N06/30964503402)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2026-09-29T03:11:41Z</dcterms:created>
  <dcterms:modified xsi:type="dcterms:W3CDTF">2026-09-29T03:11:41Z</dcterms:modified>
</cp:coreProperties>
</file>