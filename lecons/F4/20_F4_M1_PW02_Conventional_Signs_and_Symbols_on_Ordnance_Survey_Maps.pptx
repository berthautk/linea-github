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Practical Work 2: Conventional Signs and Symbols on Ordnance Survey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Initiation to Map Analysis, and the sub-topic is Map Reading. The key notions we shall use today are: conventional sign, symbol, colour. At the end, you should be able to do this: learners are able to recognise conventional signs and colours on topographic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 Basic Principles of Map Analysis. The question was: List the marginal information found on a map in your atlas.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Title, key (legend), scale (linear and ratio), north arrow, lines of latitude and longitude, and the source or date.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conventional signs and symbols. Number 2: identify what they represent. Number 3: explain the significance of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key explains the signs of a map. Maps show roads, rivers and settlements. Colours make maps easier to read.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a topographic map, Djibril sees blue lines, black squares, green areas and brown curved lines. He wonders what they all mean.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Djibril does not know the meaning of the signs and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 blue lines usually show?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Rivers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can he find their meanings?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the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learn the common signs and colours of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practical work helps us to understand the language of maps.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conventional signs.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are conventional signs?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Standard symbols used on maps to represent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line signs.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are roads, railways and rivers shown?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Roads by red or black lines, railways by black lines with bars, rivers by blue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a map extract.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are huts, forests and swamps shown?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Huts by small black squares, forests by green areas with tree symbols, swamps by blue tufts.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colours on a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 blue, green and brown usually represent?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Blue: water; green: vegetation; brown: relief (contours).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topographic map.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are conventional signs used?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show many features in a small space in a standard way that everyone understands.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Conventional signs.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What they Represent. Conventional signs represent the following features. On this slide we have Line features and Point features.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What they Represent. On this slide we have Area features.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conventional signs.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Significance of Colours. Colours on maps have the following meanings. On this slide we have Blue and Green.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Significance of Colours. On this slide we have Brown and Red and black.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does blue show on a map?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water features.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line, one point and one area feature.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road, hut and forest.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brown; number 2, green; number 3, conventional.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ten conventional signs and write what each represents.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3: Gridlines and Locational References on Maps.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PRACTICAL WORK 2: CONVENTIONAL SIGNS AND SYMBOLS ON ORDNANCE SURVEY MAPS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Practical Work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Conventional Signs and Symbols on Ordnance Survey Maps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Initiation to Map Analysis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Map Reading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Practical Work 2: Conventional Signs and Symbols on Ordnance Survey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Conventional sign, symbol, colour.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what they represent; significance of colours.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recognise conventional signs and colours on topographic maps.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 Basic Principles of Map Analysis):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marginal information found on a map in your atlas.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Title, key (legend), scale (linear and ratio), north arrow, lines of latitude and longitude, and the source or date.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conventional signs and symbols.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what they represent.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significance of colours.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key explains the signs of a map.</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Maps show roads, rivers and settlements.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Colours make maps easier to read.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a topographic map, Djibril sees blue lines, black squares, green areas and brown curved lines. He wonders what they all mean.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Djibril does not know the meaning of the signs and colours.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blue lines usually show?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can he find their meanings?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key.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 the common signs and colours of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practical work helps us to understand the language of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sig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Conventional signs.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are conventional signs?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Standard symbols used on maps to represent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LINE SIGNS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ig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Line signs.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LINE SIGNS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roads, railways and rivers shown?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LINE SIGNS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by red or black lines, railways by black lines with bars, rivers by blue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POINT AND AREA SIGNS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opo_bas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map extract.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POINT AND AREA SIGNS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are huts, forests and swamps shown?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POINT AND AREA SIGNS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Huts by small black squares, forests by green areas with tree symbols, swamps by blue tufts.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COLOURS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topo_veg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Colours on a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COLOURS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blue, green and brown usually represent?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COLOURS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Blue: water; green: vegetation; brown: relief (contours).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opomap.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topographic map.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conventional signs used?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SIGNIFICANCE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show many features in a small space in a standard way that everyone understands.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Initiation to Map Analysis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Map Reading</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Conventional Signs and Symbols on Ordnance Survey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Conventional signs: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standard symbols used on maps to represent real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What they Represent</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Conventional signs represent the following features: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 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Roads, railways, rivers, boundaries and contours are shown by lines.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Point 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Huts, churches, schools and spot heights are shown by small symbols.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What they Represent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Area features: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swamps and settlements are shown by shaded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What they Represent</a:t>
            </a:r>
            <a:endParaRPr lang="en-US" sz="3600" dirty="0"/>
          </a:p>
        </p:txBody>
      </p:sp>
      <p:pic>
        <p:nvPicPr>
          <p:cNvPr id="4" name="Image 0" descr="/home/claude/f4/img/v2/sign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conventional signs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Significance of Colours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Colours on maps have the following meanings: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Blue: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water: rivers, lakes, swamps and the sea.</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Green: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vegetation: forests and grassland.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Significance of Colours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Brown: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shows relief: contours and spot heights.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Red and black: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show human features: roads, railways and buildings.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blue show on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line, one point and one area feature.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Road, hut and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Contours are drawn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Forests are shown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Signs used on all maps are ______ signs.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ten conventional signs and write what each represents.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3: Gridlines and Locational References on Maps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Sign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signe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Symbol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symbole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Colour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couleur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Railway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chemin de fer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Swamp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marécage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Bridge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Initiation to Map Analysis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Practical Work 2: Conventional Signs and Symbols on Ordnance Survey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conventional signs and symbols. Identify what they represent. Explain the significance of colours.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recognise conventional signs and colours on topographic maps.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What they Represent; Significance of Colours.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ten conventional signs and write what each represents.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five signs.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each line.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find them on a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match colours with features.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“Harvey Butchart's hiking map” by brewbooks, CC BY-SA 2.0, via Flickr (https://www.flickr.com/photos/93452909@N00/5289678354)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2026-10-02T05:13:26Z</dcterms:created>
  <dcterms:modified xsi:type="dcterms:W3CDTF">2026-10-02T05:13:26Z</dcterms:modified>
</cp:coreProperties>
</file>