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Conventional Signs and Symbols on Ordnance Survey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conventional sign, symbol, colour. At the end, you should be able to do this: learners are able to recognise conventional signs and colours on topographic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Basic Principles of Map Analysis. The question was: List the marginal information found on a map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Title, key (legend), scale (linear and ratio), north arrow, lines of latitude and longitude, and the source or date.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conventional signs and symbols. Number 2: identify what they represent. Number 3: explain the significance of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key explains the signs of a map. Maps show roads, rivers and settlements. Colours make maps easier to read.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topographic map, Djibril sees blue lines, black squares, green areas and brown curved lines. He wonders what they all mean.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 does not know the meaning of the signs and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blue lines usually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can he find their meanings?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the common signs and colours of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the language of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conventional signs?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Standard symbols used on maps to represent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roads, railways and rivers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by red or black lines, railways by black lines with bars, rivers by blue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huts, forests and swamps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Huts by small black squares, forests by green areas with tree symbols, swamps by blue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colours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blue, green and brown usually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Blue: water; green: vegetation; brown: relief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topographic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conventional signs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show many features in a small space in a standard way that everyone understands.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Conventional signs.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they Represent. Conventional signs represent the following features. On this slide we have Line features and Point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they Represent. On this slide we have Area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Colours. Colours on maps have the following meanings. On this slide we have Blue and Green.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of Colours. On this slide we have Brown and Red and black.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blue show on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features.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line, one point and one area feature.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hut and forest.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brown; number 2, green; number 3, conventional.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ten conventional signs and write what each represents.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Gridlines and Locational References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2: CONVENTIONAL SIGNS AND SYMBOLS ON ORDNANCE SURVEY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Conventional Signs and Symbols on Ordnance Survey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Conventional Signs and Symbols on Ordnance Survey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 symbol, colour.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what they represent; significance of colours.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conventional signs and colours on topographic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Basic Principles of Map Analysis):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marginal information found on a map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Title, key (legend), scale (linear and ratio), north arrow, lines of latitude and longitude, and the source or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conventional signs and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what they represent.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signs of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roads, rivers and settlements.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Colours make maps easier to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Djibril sees blue lines, black squares, green areas and brown curved lines. He wonders what they all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 does not know the meaning of the signs and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blue lines usually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he find their meanings?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the common signs and colours of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the language of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conventional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Standard symbols used on maps to represent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roads, railways and rivers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by red or black lines, railways by black lines with bars, rivers by blue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huts, forests and swamps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Huts by small black squares, forests by green areas with tree symbols, swamps by blue tufts.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Colours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blue, green and brown usually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Blue: water; green: vegetation; brown: relief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many features in a small space in a standard way that everyone understands.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Conventional Signs and Symbols on Ordnance Survey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used on maps to represent real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Conventional signs represent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railways, rivers, boundaries and contours are shown by 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Point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Huts, churches, schools and spot heights are shown by small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Area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swamps and settlements are shown by shaded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 of Colours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Colours on maps have the following meanings: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water: rivers, lakes, swamps and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vegetation: forests and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 of Colours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relief: contours and spot heights.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 and black: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human features: roads, railways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blue show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line, one point and one area feature.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hut and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are drawn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are shown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Signs used on all maps are ______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ten conventional signs and write what each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Gridlines and Locational References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Sign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Conventional Signs and Symbols on Ordnance Survey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conventional signs and symbols. Identify what they represent. Explain the significance of colours.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conventional signs and colours on topographic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they Represent; Significance of Colours.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ten conventional signs and write what each represents.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each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match colours with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2026-09-27T14:07:40Z</dcterms:created>
  <dcterms:modified xsi:type="dcterms:W3CDTF">2026-09-27T14:07:40Z</dcterms:modified>
</cp:coreProperties>
</file>