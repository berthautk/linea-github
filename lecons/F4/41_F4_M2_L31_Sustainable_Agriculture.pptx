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Sustainable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sustainable agriculture, crop rotation, agro-forestry, cover cropping, controlled grazing. At the end, you should be able to do this: learners are able to propose sustainable agricultural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Impact of Agriculture. The question was: Write one positive and one negative impact of farming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Positive: farming gives food and income to families. Negative: bush fires and clearing cause soil erosion.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sustainable agriculture and its aims. Number 2: describe sustainable agricultural practices. Number 3: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can damage the environment. Soil can be conserved. Development must be sustainable.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Guider plants trees among his crops, changes crops each year and uses manure from his cattle instead of chemicals. His soil stays fertile year after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wants to farm without damaging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practices he uses.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 rotation and manure (also trees among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His soil stays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manure, crop rotation and trees on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farm without destroying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organic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sustainable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that produces food today while protecting soils, water and biodiversity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mixed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crop rotation and why is it useful?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Changing crops on the same land each year; it keeps the soil fertile and reduces pests.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trees in farmland.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agro-forestry?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trees together with crops or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cover crops and controlled grazing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Cover crops protect the soil; controlled grazing prevents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soil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why sustainable agriculture is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keeps the soil fertile for future generations and reduces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Sustainable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Sustainable agriculture has the following aims. On this slide we have Food security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On this slide we have Income.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Sustainable Agricultural Practices. Farmers use the following practices. On this slide we have Crop rotation and Agro-forestry.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Sustainable Agricultural Practices. On this slide we have Cover cropping and mulching and Controlled grazing and manure.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sustainable practices.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sustainable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that protects the environment for the future.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sustainable practices.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crop rotation, agro-forestry and cover cropping.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agro-forestry; number 3, manure.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a crop rotation plan for three years on a farm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Climate-Smart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SUSTAINABLE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Sustainable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Sustainable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Sustainable agriculture, crop rotation, agro-forestry, cover cropping, controlled grazing.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aims; sustainable agricultural practices;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propose sustainable agricultural practices.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Impact of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one positive and one negative impact of farming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farming gives food and income to families. Negative: bush fires and clearing cause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sustainable agriculture and its aims.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sustainable agricultural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can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can be conserved.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must be sustainable.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Guider plants trees among his crops, changes crops each year and uses manure from his cattle instead of chemicals. His soil stays fertile year after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wants to farm without damaging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practices he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rotation and manure (also trees among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soil stays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manure, crop rotation and trees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farm without destroying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orga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organic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produces food today while protecting soils, water and biodiversity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mixed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crop rotation and why is it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it keeps the soil fertile and reduces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in farmland.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agro-forestry?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trees together with crops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cover crops and controlled grazing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 crops protect the soil; controlled grazing prevents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sustainable agriculture is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keeps the soil fertile for future generations and reduces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31: Sustainable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that meets present needs while protecting the environment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agriculture has the following aims: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enough food for everyone.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water, forests and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farmers a fair and lasting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Farmers use the following practices: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each year keeps the soil fertile.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Agro-forestry: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grown with crops protect and enrich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Cover cropping and 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dead leaves cover the soil against erosion.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grazing and manure: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Limiting animals and using manure protect and feed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sustainable practices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protects the environment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sustainable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rotation, agro-forestry and cover cropping.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trees with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animal waste to feed the soil is using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a crop rotation plan for three years on a farm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L'assolement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L'agroforesterie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couverture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Sustainable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sustainable agriculture and its aims. Describe sustainable agricultural practices.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propose sustainable agricultural practices.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Aims; Sustainable Agricultural Practices.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a crop rotation plan for three years on a farm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plan a rotation.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useful farm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“Allotment garden” by tacowitte, CC BY 2.0, via Flickr (https://www.flickr.com/photos/31817492@N00/1509608412)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2026-09-28T21:15:06Z</dcterms:created>
  <dcterms:modified xsi:type="dcterms:W3CDTF">2026-09-28T21:15:06Z</dcterms:modified>
</cp:coreProperties>
</file>