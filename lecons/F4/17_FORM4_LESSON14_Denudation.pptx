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and Impacts on Man. The key notions we shall use today are: degradation, weathering, erosion, transportation. At the end, you should be able to do this: learners are able to recognise signs of denudation around them, such as gullies and crumbling rocks, and to suggest simple ways to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Earthquakes. The question was: After the next rain, look at the side of a road or a slope. Write what the running water did to the soil, and where the soil went.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running water washed away the soil, made small channels (rills) and carried the soil down to the bottom of the slope or into the gutter.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denudation. Number 2: explain the major processes of denudation. Number 3: describe the main agents of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Earthquakes and volcanoes are internal forces that build the relief. Rocks are igneous, sedimentary or metamorphic. Rocks slowly change in the rock cycle.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heavy storm in Garoua, Halima sees a small channel cut in the red soil beside the road. The water carried sand and stones and dropped them lower down.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Halima does not know how water changes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water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cut a channel, carried sand and stones, and dropped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this wearing down of the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Denudation.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soil from denudation by keeping plant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the land is slowly worn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channel cut by rain water in red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has the rain water done to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worn away the soil and carried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four processes of denudation.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processes in the right order.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Weathering, erosion, transport, deposition.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river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agent carries the mud? Name two other agents.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Running water. Others: wind, waves, 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Denudation. Denudation is defined as follows. On this slide we have Denudation.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Processes of Denudation. Denudation takes place through the following processes. On this slide we have Weathering and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of Denudation. On this slide we have Transportation and Deposition.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processes of denudation.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Agents of Denudation. The main agents of denudation are the following. On this slide we have Running water and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Agents of Denudation. On this slide we have Waves and 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denudation?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wearing down of the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four processes of denudation.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weathering, erosion, transport and deposition.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weathering; number 2, deposition; number 3,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an old wall and a new wall in your area. Write three differences you see, and suggest what damaged the old wall.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Weathering.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DENUDATION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Denudation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Denudation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Degradation, weathering, erosion, transportation.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major processes of denudation (weathering, erosion and transportation); main agents (running water, wind and waves).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signs of denudation around them, such as gullies and crumbling rocks, and to suggest simple ways to protect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Earthquakes):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rain, look at the side of a road or a slope. Write what the running water did to the soil, and where the soil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running water washed away the soil, made small channels (rills) and carried the soil down to the bottom of the slope or into the gutter.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denudation.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major processes of denudation.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agents of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Earthquakes and volcanoes are internal forces that build the relief.</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are igneous, sedimentary or metamorphic.</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Rocks slowly change in the rock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heavy storm in Garoua, Halima sees a small channel cut in the red soil beside the road. The water carried sand and stones and dropped them lower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Halima does not know how water changes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water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cut a channel, carried sand and stones, and dropped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wearing down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soil from denudation by keeping plant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the land is slowly worn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channel cut by rain water in red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the rain water done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worn away the soil and carried it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nud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four processes of denudation.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processes in the right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PROCESSES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erosion, transport,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AGENTS OF DENUDATION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river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AGENTS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agent carries the mud? Name two other agents.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AGENTS OF DENUDATION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Running water. Others: wind, waves, 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Denudation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Denudation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Denudation: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general wearing down and lowering of the land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Processes of Denudation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Denudation takes place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breaking down of rocks in their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wearing away and picking up of rock and soil by an agent.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Processes of Denudation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carrying away of the eroded material.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dropping of the material when the agent loses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Processes of Denudation</a:t>
            </a:r>
            <a:endParaRPr lang="en-US" sz="3600" dirty="0"/>
          </a:p>
        </p:txBody>
      </p:sp>
      <p:pic>
        <p:nvPicPr>
          <p:cNvPr id="4" name="Image 0" descr="/home/claude/f4/img/v2/denudation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processes of denudation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Agents of Denudation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agents of denudation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Running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most important agent, especially in wet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strong agent in deserts and semi-arid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Agents of Denudation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wear away and build up the coast, as at Kribi and Limbe.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acts in cold mountains and polar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wearing down of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processes of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Weathering, erosion, transport and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breaking of rocks in their place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dropping of material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important agent of denudation is running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an old wall and a new wall in your area. Write three differences you see, and suggest what damaged the old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Denudation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dénudation / l'érosion au sens large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L'altération / la météorisation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dépôt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Running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 courante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Gully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ravin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denudation. Explain the major processes of denudation. Describe the main agents of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signs of denudation around them, such as gullies and crumbling rocks, and to suggest simple ways to protect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Denudation; Processes of Denudation; Agents of Denudation.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an old wall and a new wall in your area. Write three differences you see, and suggest what damaged the old wall.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channels beside the roads after a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four words with arrows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Benue in August and in March.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2026-09-27T10:32:01Z</dcterms:created>
  <dcterms:modified xsi:type="dcterms:W3CDTF">2026-09-27T10:32:01Z</dcterms:modified>
</cp:coreProperties>
</file>