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42: Water Scarcity.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water used by the family in one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the situation of Aminatou.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where water is wasted at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house, a pipe and a tank.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scarcity 2. conservation 3. tank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42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Scarcity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Weather and Climate — Adaptation to Climatic Excesses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of Climate and Hydrological Related Hazards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Hydro-climatic Hazards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42: Water Scarcity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stress, storage tanks, boreholes, dams, reservoirs.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Meaning; causes; effects; water conservation methods.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save water at home and at school, and to collect and store rainwater for the dry season.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water scarcity and water stress.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of water scarcity.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its effects.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methods of water conservation.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cover dry land; droughts are long periods of low rainfall.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Desertification turns dry land into desert.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water helps people to face droughts.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year in March, the taps in Aminatou's neighbourhood run dry for several days. Women and children queue for hours at the borehole, and water sellers raise their prices.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not enough water in March.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the people do?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queue at the borehole or buy water.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families do?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rain water and save water.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water scarcity and how to save water.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boreho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Children fetch water at a hand pump.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not enough clean water for everyone. What is this situation called?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scarcity.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leakingt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tap that leaks.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human cause of water scarcity.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Wasting water (leaks) or too many people.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CONSERVATION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rainwat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Collecting rain water.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CONSERVATION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a family keep water for the dry season?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CONSERVATION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rain water from the roof in a tank.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Scarcity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Management of Climate and Hydrological Related Hazards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Hydro-climatic Hazards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42: Water Scarcity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scarcity: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there is not enough clean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conservation: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using water carefully.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Causes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Nature: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dry season and droughts.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People: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people, waste and pollution.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Poor networks: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 pipes and few boreholes.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Effects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Time: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walks and queues.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Health: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Cholera and diarrhoea.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Money: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is expensive.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School: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Children miss classes.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Water Conservation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At home: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Repair leaks and close taps.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Rain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it in tanks.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Drip irrigation.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Big works: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Dams and boreholes.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Water Conservation (2/2)</a:t>
            </a:r>
            <a:endParaRPr lang="en-US" sz="3600" dirty="0"/>
          </a:p>
        </p:txBody>
      </p:sp>
      <p:pic>
        <p:nvPicPr>
          <p:cNvPr id="13" name="Image 0" descr="/home/claude/f4/img/v2/rainwat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rain water harvesting.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effects of water scarcity.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queues and diseases like cholera.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ways of saving water at home.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Repair leaks and close taps.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enough clean water is water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water carefully is water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water can be stored in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Revise Lessons 30 to 42. Draw one diagram of your choice (layers of the atmosphere, Stevenson screen, types of rainfall, pressure belts or water cycle) and label it.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closes Module 3: Weather and Climate.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scarcity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pénurie d'eau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stress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stress hydrique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tank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citerne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Borehole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forage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barrage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Reservoir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réservoir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fuite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save water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Économiser l'eau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of Climate and Hydrological Related Hazards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42: Water Scarcity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water scarcity and water stress. Explain the causes of water scarcity. Describe its effects. Describe methods of water conservation.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save water at home and at school, and to collect and store rainwater for the dry season.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Water scarcity, Water conservation; II. Causes: Nature, People, Poor networks; III. Effects: Time, Health, Money, School; IV. Water Conservation: At home, Rain water, Farming, Big works.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 Lessons 30 to 42. Draw one diagram of your choice (layers of the atmosphere, Stevenson screen, types of rainfall, pressure belts or water cycle) and label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Module 3: Weather and Climate.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(f4.docx),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UN-Water: Water scarcity (Falkenmark indicator).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“i'll fight you for it...” by the apostrophe, CC BY-NC-SA 2.0, via Flickr (https://www.flickr.com/photos/66441426@N00/4019192363)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“Drip” by jronaldlee, CC BY 2.0, via Flickr (https://www.flickr.com/photos/37176760@N06/5996590138)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2026-09-27T04:25:20Z</dcterms:created>
  <dcterms:modified xsi:type="dcterms:W3CDTF">2026-09-27T04:25:20Z</dcterms:modified>
</cp:coreProperties>
</file>