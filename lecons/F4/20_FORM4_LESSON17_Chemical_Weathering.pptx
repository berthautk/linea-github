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17: Chemical Weathering Processes and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Weathering Processes: The Products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Weathering Processes: The Products and Impacts on Man. The key notions we shall use today are: solution, carbonation, hydrolysis, oxidation, hydration, chemically induced biological weathering. At the end, you should be able to do this: learners are able to explain why rocks rot and soils become red or clayey, and to protect metal and cement from the effects of water and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Physical Weathering Processes and Products. The question was: Look at an old iron gate, a roofing sheet or a nail left in the rain. Write what happened to it and what colour it became.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iron became rusty: it turned reddish-brown and weak, and pieces flake off. This is oxidation, a form of chemical weathering.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chemical weathering. Number 2: explain the main processes of chemical weathering. Number 3: name the products of each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Physical weathering breaks rocks without changing their minerals. Thermal shattering is common in hot, dry areas. Chemical weathering is fastest in hot, wet climates.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rainy season, Kaltouma sees that the old metal gate of her compound is reddish-brown. It flakes and crumbles. A new gate still shines.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old gate is rusting and breaking.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makes it rust?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Rain and the air (oxygen).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Can rocks also rust?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Yes, rocks with iron become red: oxidation.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explain the red soils and caves around us by chemical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rain and air change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rusty metal.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Rain and air make iron red. What is this process?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Oxidation.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red soil in a dry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many soils around Garoua red?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iron in the soil is oxidised (rusted).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cave in limestone.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Rain water dissolves limestone. What forms after a long time?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Caves (with stalactites).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Chemical weathering.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Processes and Products of Chemical Weathering. Chemical weathering takes place through the following processes. On this slide we have Solution and Carbonation.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Processes and Products of Chemical Weathering. On this slide we have Hydrolysis, Oxidation and Hydration.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Processes and Products of Chemical Weathering. On this slide we have Biological action.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are the soils of Garoua red?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iron in them is oxidised.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does carbonation produce in limestone?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caves.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oxidation; number 2, carbonation; number 3, hydrolysis.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 farmer in your family where the soil of his farm comes from, and ask if he has seen rocks fall or roads blocked after heavy rain. Write his answers.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2: The Impact of Weathering on the Environment.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17: CHEMICAL WEATHERING PROCESSES AND PRODUCTS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Chemical Weathering Processes and Products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Weathering Processes: The Products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Processes: The Products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17: Chemical Weathering Processes and Products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Solution, carbonation, hydrolysis, oxidation, hydration, chemically induced biological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Processes and products of chemical weathering: solution, carbonation, hydrolysis, oxidation, hydration and chemically induced biological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rocks rot and soils become red or clayey, and to protect metal and cement from the effects of water and air.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Physical Weathering Processes and Products):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an old iron gate, a roofing sheet or a nail left in the rain. Write what happened to it and what colour it became.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iron became rusty: it turned reddish-brown and weak, and pieces flake off. This is oxidation, a form of chemical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chemical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main processes of chemical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products of each process.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Physical weathering breaks rocks without changing their minerals.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Thermal shattering is common in hot, dry areas.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Chemical weathering is fastest in hot, wet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rainy season, Kaltouma sees that the old metal gate of her compound is reddish-brown. It flakes and crumbles. A new gate still shines.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old gate is rusting and breaking.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it 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and the air (oxygen).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Can rocks also 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rocks with iron become red: oxidation.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red soils and caves around us by chemical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rain and air change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OXIDATION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ru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Rusty metal.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OXIDATION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and air make iron red. What is this process?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OXIDATION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Oxidation.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OXIDATION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ed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Red soil in a dry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OXIDATION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many soils around Garoua 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OXIDATION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iron in the soil is oxidised (rusted).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CARBONATION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kar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cave in limestone.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CARBONATION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water dissolves limestone. What forms after a long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CARBONATION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Caves (with stalactites).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Weathering Processes: The Products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Chemical Weathering Processes and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Chemical 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decay of rocks by a change in their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Processes and Products of Chemical Weathering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Chemical weathering takes place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dissolves soluble minerals such as rock salt.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Carbonation: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Rainwater with carbon dioxide dissolves limestone and forms caves.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Processes and Products of Chemical Weathering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Hydrolysis: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reacts with feldspar in granite and changes it into clay.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Oxidation: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Oxygen reacts with iron in rocks and makes them rusty and red, as in red soils.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minerals take in water, swell and break the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Processes and Products of Chemical Weathering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Biological action: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Acids from rotting plants and lichens attack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soils of Garoua 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iron in them is oxidised.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carbonation produce in limestone?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rusting of iron in rocks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water dissolves limestone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Granite changes into clay by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in your family where the soil of his farm comes from, and ask if he has seen rocks fall or roads blocked after heavy rain. Write his answers.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The Impact of Weathering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dissolution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Oxidation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L'oxydation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Carbonation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carbonatation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Hydrolysis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L'hydrolyse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Hydration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L'hydratation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L'argile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Limestone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calcaire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17: Chemical Weathering Processes and Products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chemical weathering. Explain the main processes of chemical weathering. Name the products of each process.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rocks rot and soils become red or clayey, and to protect metal and cement from the effects of water and air.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Processes and Products of Chemical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 farmer in your family where the soil of his farm comes from, and ask if he has seen rocks fall or roads blocked after heavy rain. Write his answers.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rusty nail and a new nail.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red soil from the school yard.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drop a piece of chalk in vinegar: it slowly dissolves.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“Lock down!” by ViNo Gv, CC BY 2.0, via Flickr (https://www.flickr.com/photos/38217093@N03/20143584561)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“in the middle of nowhere, morocco” by mariusz kluzniak, CC BY-NC-ND 2.0, via Flickr (https://www.flickr.com/photos/39997856@N03/8398997251)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“Songam Cave” by D-Stanley, CC BY 2.0, via Flickr (https://www.flickr.com/photos/79721788@N00/5063216873)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2026-09-27T10:32:01Z</dcterms:created>
  <dcterms:modified xsi:type="dcterms:W3CDTF">2026-09-27T10:32:01Z</dcterms:modified>
</cp:coreProperties>
</file>