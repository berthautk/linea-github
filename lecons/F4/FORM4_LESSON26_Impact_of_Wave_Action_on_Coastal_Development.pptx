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 of Wave Action on Human Development along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resource, hazard, coastal management. At the end, you should be able to do this: learners are able to explain why coasts are important for Cameroon, and to suggest simple ways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Main Depositional Features of Wave Action. The question was: List five goods sold in the market of Garoua that come from abroad. Ask a trader through which port they entered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rice, frozen fish, second-hand clothes, cars, phones and cement clinker. Traders say they entered through the port of Douala (some through Kribi).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coasts. Number 2: describe the main coastal hazards. Number 3: explain coastal management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Longshore drift moves sand along the coast. Beaches, spits and bars are built by wave deposition. Destructive waves erode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market of Garoua, Idrissa sees phones, cloth and rice from abroad. Most of them came by ship to the ports of Douala or Kribi, then by road to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Idrissa wants to know how goods from abroad reach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the ships arrive?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ports of Douala and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coast important for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Goods arrive at the coast and then go north by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mangroves and keep beaches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importance and the dangers of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port with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ports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Ships bring and take goods: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old sea defences broken by the waves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waves doing to this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Coastal erosion: waves wear away the beach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low walls built across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low walls protect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stop the sand from moving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Coasts. Coasts provide the following resources. On this slide we have Ports and Fishing.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Coasts. On this slide we have Tourism and Oil and gas.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Hazards. People on the coast face the following hazards. On this slide we have Coastal erosion and Floods.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Hazards. On this slide we have Sea-level rise.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Management Strategies. Coasts are protected with the following strategies. On this slide we have Sea walls and Groynes.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Management Strategies. On this slide we have Mangroves.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coastal defences.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ports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Kribi.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protect the coast.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sea walls and groynes (also mangroves).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 number 2, groyne;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the Sahel and the Kalahari. Write in which part of Africa each one is located.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Semi-Arid and Desert Landscapes.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26: IMPACT OF WAVE ACTION ON HUMAN DEVELOPMENT ALONG COASTAL AREAS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 of Wave Action on Human Development along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 coastal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coasts (resources); coastal hazards; coastal management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Main Depositional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goods sold in the market of Garoua that come from abroad. Ask a trader through which port they entered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rice, frozen fish, second-hand clothes, cars, phones and cement clinker. Traders say they entered through the port of Douala (some through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coasts.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coastal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coastal management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Longshore drift moves sand along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Beaches, spits and bars are built by wave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market of Garoua, Idrissa sees phones, cloth and rice from abroad. Most of them came by ship to the ports of Douala or Kribi, then by road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Idrissa wants to know how goods from abroad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ships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ports of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important for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arrive at the coast and then go north by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mangroves and keep beaches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importance and the dangers of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 with 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ports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Ships bring and take goods: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sea defences broken by the waves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waves doing to this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erosion: waves wear away the beach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royn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walls built across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low walls protect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stop the sand from moving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Coasts provide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such as Douala and Kribi handle the trade of Cameroon and its neighbours.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waters provide fish and shrimps.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beaches of Kribi and Limbe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extracted under the sea near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on the coast face the following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destroy beaches, roads and houses.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covers low-lying land during storms and high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sea levels threaten low coastal towns such as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Coasts are protected with the following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walls: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strong walls that stop waves from reaching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Groynes: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low walls built across a beach to trap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Mangroves: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trees protect the coast by reducing the force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pic>
        <p:nvPicPr>
          <p:cNvPr id="4" name="Image 0" descr="/home/claude/f4/img/v2/coastal_defe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coastal defences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protect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walls and groynes (also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ships load goods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low wall across a beach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wearing away of the coast is coastal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côtière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wall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 / le mur de protection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Groyne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Sea-level 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L'élévation du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coasts. Describe the main coastal hazards. Explain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Importance of Coasts; Coastal Hazards;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the Sahel and the Kalahari. Write in which part of Africa each one is located.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products come from the port of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houses near the sea that are damaged by waves.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beach with walls across it.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“Wooden groynes” by aevarg, CC BY 2.0, via Flickr (https://www.flickr.com/photos/25999920@N00/17139000460)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