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26: Impact of Wave Action on Human Development along Coastal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imported goods and the ports through which they entered.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products come from the port of Douala.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houses near the sea that are damaged by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beach with walls across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port 2. groyne 3. erosion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Wave Action on Human Development along Coastal Areas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Wave Action along the Coast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Action along the Coast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26: Impact of Wave Action on Human Development along Coastal Areas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Resource, hazard, coastal management.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of coasts (resources); coastal hazards; coastal management strategies.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coasts are important for Cameroon, and to suggest simple ways to protect them.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coasts.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coastal hazards.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coastal management strategies.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Longshore drift moves sand along the coast.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Beaches, spits and bars are built by wave deposition.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waves erode the coast.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market of Garoua, Idrissa sees phones, cloth and rice from abroad. Most of them came by ship to the ports of Douala or Kribi, then by road to Garoua.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Idrissa wants to know how goods from abroad reach Garoua.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the ships arrive?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ports of Douala and Kribi.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coast important for Garoua?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Goods arrive at the coast and then go north by road.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importance and the dangers of the coast.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port with a container ship.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ports important for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Ships bring and take goods: trade.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sp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sea defences broken by the waves (England).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waves doing to this coast?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Coastal erosion: waves wear away the beach and houses.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groyn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walls built across a beach.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these low walls protect the beach?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stop the sand from moving away.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of Wave Action on Human Development along Coastal Areas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Wave Action along the Coast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26: Impact of Wave Action on Human Development along Coastal Areas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place where ships load and unload goods.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Coastal 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away of the coast by waves.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Groyne: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low wall built across a beach.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Importance of Coasts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Ports: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and Kribi.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Fishing: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 and shrimps.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Beaches of Kribi and Limbe.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Oil is found under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Coastal Hazards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Waves destroy beaches and houses.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Floods: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sea covers low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Sea-level rise: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is in danger.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Protection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Sea walls: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stop the waves.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Groynes: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keep the sand.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Mangroves: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trees protect the coast.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Protection (2/2)</a:t>
            </a:r>
            <a:endParaRPr lang="en-US" sz="3600" dirty="0"/>
          </a:p>
        </p:txBody>
      </p:sp>
      <p:pic>
        <p:nvPicPr>
          <p:cNvPr id="13" name="Image 0" descr="/home/claude/f4/img/v2/coastal_defenc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sea wall and the groynes.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ports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and Kribi.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to protect the coast.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 walls and groynes (also mangroves).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place where ships load goods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low wall across a beach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wearing away of the coast is coastal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of Africa in your atlas, find the Sahara, the Sahel and the Kalahari. Write in which part of Africa each one is located.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27: Semi-Arid and Desert Landscapes.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 côtière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 wall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digue / le mur de protection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Groyne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L'épi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Mangrove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mangrove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Sea-level rise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L'élévation du niveau de la 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L'estuaire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pollution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26: Impact of Wave Action on Human Development along Coastal Areas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importance of coasts. Describe the main coastal hazards. Explain coastal management strategies.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coasts are important for Cameroon, and to suggest simple ways to protect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Port, Coastal erosion, Groyne; II. Importance of Coasts: Ports, Fishing, Tourism, Oil; III. Coastal Hazards: Erosion, Floods, Sea-level rise; IV. Protection: Sea walls, Groynes, Mangroves.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map of Africa in your atlas, find the Sahara, the Sahel and the Kalahari. Write in which part of Africa each one is located.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“JAXPORT Welcomes Largest Container Ship To Date” by JAXPORT, CC BY-NC 2.0, via Flickr (https://www.flickr.com/photos/24847875@N05/17069054628)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“Coastal defences no longer being maintained - Why? Spurn Head, Yorkshi” by Richard Allaway, CC BY 2.0, via Flickr (https://www.flickr.com/photos/16287002@N00/6605676971)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“Wooden groynes” by aevarg, CC BY 2.0, via Flickr (https://www.flickr.com/photos/25999920@N00/17139000460)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