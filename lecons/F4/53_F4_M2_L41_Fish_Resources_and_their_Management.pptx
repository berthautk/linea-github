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Fish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fishing ground, pisciculture, refrigeration, overfishing. At the end, you should be able to do this: learners are able to locate major fishing grounds and explain the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10: Description of Vegetation on Maps. The question was: Describe the vegetation of a map extract and give two reasons for its pattern.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locates each vegetation type with grid references and directions and explains it by relief (forest on steep slopes), drainage (swamp on low wet land) or human activity (clearing near villages).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fish resources and fishing grounds. Number 2: locate the major fishing grounds of the world. Number 3: explain the importance and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eat fish from rivers and the sea. Cold ocean currents bring plankton. Too much 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Big foreign trawlers fish near the coast of West Africa. Local fishermen in canoes say they catch fewer fish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are becoming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catches the most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Big foreign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too much fishing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fishing seasons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protect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fishing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area of sea or inland water where many fish are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major fishing grounds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North-West Atlantic (Newfoundland), the North-East Atlantic (North Sea) and the North-West Pacific (Japan) (also Peru).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meeting of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areas rich in fish?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Shallow continental shelves and meeting of warm and cold currents bring much plankton.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rich in protein and jobs for fishermen and traders (also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fishing boat on the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conserve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seasons and quotas, control of net sizes and fish farming (pisciculture).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Fishing ground and Pisciculture.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Fishing Grounds. The major fishing grounds of the world are the following. On this slide we have North-West Atlantic and North-East Atlantic.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Fishing Grounds. On this slide we have North-West Pacific and Peru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Conservation. Fish resources are important and must be conserved. On this slide we have Importance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major fishing grounds.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North Sea and the Grand Banks of Newfoundland.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quotas and control of net sizes.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plankton; number 2, pisciculture; number 3,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places in Cameroon where people fish.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The Management of Fish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FISH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Fish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Fish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Fishing ground, pisciculture, refrigeration, overfishing.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of major fishing grounds; importance of fish resources to the economy;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10: Description of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locates each vegetation type with grid references and directions and explains it by relief (forest on steep slopes), drainage (swamp on low wet land) or human activity (clearing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fish resources and fishing grounds.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and conservation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eat fish from rivers and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ocean currents bring plankton.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much 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 fish near the coast of West Africa. Local fishermen in canoes say they catch fewer fish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are becoming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catches the most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too much fishing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fishing seasons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protect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fishing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of sea or inland water where many fish are caught.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North-West Atlantic (Newfoundland), the North-East Atlantic (North Sea) and the North-West Pacific (Japan) (also Peru).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Meeting of 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areas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continental shelves and meeting of warm and cold currents bring much plankton.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rich in protein and jobs for fishermen and traders (also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fishing boat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seasons and quotas, control of net sizes and fish farming (pisciculture).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ground: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of water where many fish are caught.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Pisciculture: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fishing grounds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Grand Banks of Newfoundland.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North-East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North Sea and the coasts of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Pacific and Peru: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seas around Japan and the Peruvian coast.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continental shelves and cold currents bring much plankton.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 resources are important and must be conserved: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a cheap source of protein and gives jobs and export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seasons, quotas, control of net sizes, refrigeration and pisciculture protect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fishing grounds.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Sea and the Grand Banks of Newfoundland.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Quotas and control of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feed on tiny organisms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fish in ponds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Catching too many fish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Trawler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chalutier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pisciculture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Fish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fish resources and fishing grounds. Locate the major fishing grounds of the world. Explain the importance and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Fishing Grounds;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places in Cameroon where people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local fishing places.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2026-09-28T21:15:09Z</dcterms:created>
  <dcterms:modified xsi:type="dcterms:W3CDTF">2026-09-28T21:15:09Z</dcterms:modified>
</cp:coreProperties>
</file>