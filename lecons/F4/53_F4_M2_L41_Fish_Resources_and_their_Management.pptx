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41: Fish Resources and their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Forestry, Fishing and Mining as Economic Activities of the Primary Sector. The key notions we shall use today are: fishing ground, pisciculture, refrigeration, overfishing. At the end, you should be able to do this: learners are able to locate major fishing grounds and explain the conservation of fish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10: Description of Vegetation on Maps. The question was: Describe the vegetation of a map extract and give two reasons for its pattern.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answer locates each vegetation type with grid references and directions and explains it by relief (forest on steep slopes), drainage (swamp on low wet land) or human activity (clearing near villages).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fish resources and fishing grounds. Number 2: locate the major fishing grounds of the world. Number 3: explain the importance and conservation of fish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eat fish from rivers and the sea. Cold ocean currents bring plankton. Too much fishing reduces fish.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Big foreign trawlers fish near the coast of West Africa. Local fishermen in canoes say they catch fewer fish every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 are becoming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catches the most fish?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Big foreign trawlers.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too much fishing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Overfishing.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fishing seasons and net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and protect fish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fishermen in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fishing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area of sea or inland water where many fish are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major fishing grounds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North-West Atlantic (Newfoundland), the North-East Atlantic (North Sea) and the North-West Pacific (Japan) (also Peru).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meeting of warm and cold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these areas rich in fish?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Shallow continental shelves and meeting of warm and cold currents bring much plankton.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fish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importance of fish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rich in protein and jobs for fishermen and traders (also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fishing boat on the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ways to conserve fish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Fishing seasons and quotas, control of net sizes and fish farming (pisciculture).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Fishing ground and Pisciculture.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Fishing Grounds. The major fishing grounds of the world are the following. On this slide we have North-West Atlantic and North-East Atlantic.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Fishing Grounds. On this slide we have North-West Pacific and Peru and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ocean currents.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and Conservation. Fish resources are important and must be conserved. On this slide we have Importance and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major fishing grounds.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North Sea and the Grand Banks of Newfoundland.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conservation measures.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quotas and control of net sizes.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plankton; number 2, pisciculture; number 3, overfishing.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places in Cameroon where people fish.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42: The Management of Fish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41: FISH RESOURCES AND THEIR MANAGEMENT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Fish Resources and their Management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Forestry, Fishing and Mining as Economic Activities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41: Fish Resources and their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Fishing ground, pisciculture, refrigeration, overfishing.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global stock and distribution of major fishing grounds; importance of fish resources to the economy; conservation of fish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major fishing grounds and explain the conservation of fish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10: Description of Vegetation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a map extract and give two reasons for its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answer locates each vegetation type with grid references and directions and explains it by relief (forest on steep slopes), drainage (swamp on low wet land) or human activity (clearing near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fish resources and fishing grounds.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major fishing grounds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and conservation of fish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eat fish from rivers and the sea.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Cold ocean currents bring plankton.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Too much fishing reduces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foreign trawlers fish near the coast of West Africa. Local fishermen in canoes say they catch fewer fish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are becoming scarce.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catches the most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foreign trawlers.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too much fishing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fishing seasons and net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and protect fish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fishing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area of sea or inland water where many fish are caught.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FISHING GROUNDS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FISHING GROUNDS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major fishing grounds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FISHING GROUNDS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North-West Atlantic (Newfoundland), the North-East Atlantic (North Sea) and the North-West Pacific (Japan) (also Peru).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WHY THERE?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Meeting of warm and cold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WHY THERE?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these areas rich in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WHY THERE?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Shallow continental shelves and meeting of warm and cold currents bring much plankton.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importance of fish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rich in protein and jobs for fishermen and traders (also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fishing boat on the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to conserve fish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seasons and quotas, control of net sizes and fish farming (pisciculture).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Forestry, Fishing and Mining as Economic Activities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41: Fish Resources and their Management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ground: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area of water where many fish are caught.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Pisciculture: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rearing of fish in ponds.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Fishing Grounds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fishing grounds of the world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North-West Atlantic: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includes the Grand Banks of Newfoundland.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North-East Atlantic: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includes the North Sea and the coasts of Norway.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Fishing Grounds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North-West Pacific and Peru: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the seas around Japan and the Peruvian coast.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Shallow continental shelves and cold currents bring much plankton.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Fishing Grounds</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Importance and Conservation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Fish resources are important and must be conserved: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 is a cheap source of protein and gives jobs and export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seasons, quotas, control of net sizes, refrigeration and pisciculture protect fish stocks.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major fishing grounds.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 Sea and the Grand Banks of Newfoundland.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conservation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Quotas and control of net sizes.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Fish feed on tiny organisms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fish in ponds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Catching too many fish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places in Cameroon where people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42: The Management of Fish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filet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Trawler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chalutier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pisciculture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41: Fish Resources and their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fish resources and fishing grounds. Locate the major fishing grounds of the world. Explain the importance and conservation of fish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major fishing grounds and explain the conservation of fish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Major Fishing Grounds; Importance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places in Cameroon where people fish.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local fishing places.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measures.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“Empty beaches” by ludwig.troller, CC BY-NC 2.0, via Flickr (https://www.flickr.com/photos/124845120@N03/14285811155)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2026-09-29T03:11:50Z</dcterms:created>
  <dcterms:modified xsi:type="dcterms:W3CDTF">2026-09-29T03:11:50Z</dcterms:modified>
</cp:coreProperties>
</file>