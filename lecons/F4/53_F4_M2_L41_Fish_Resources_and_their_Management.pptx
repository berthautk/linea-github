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Fish Resources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Forestry, Fishing and Mining as Economic Activities of the Primary Sector. The key notions we shall use today are: fishing ground, pisciculture, refrigeration, overfishing. At the end, you should be able to do this: learners are able to locate major fishing grounds and explain the conservation of fish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10: Description of Vegetation on Maps. The question was: Describe the vegetation of a map extract and give two reasons for its pattern.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answer locates each vegetation type with grid references and directions and explains it by relief (forest on steep slopes), drainage (swamp on low wet land) or human activity (clearing near villages).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fish resources and fishing grounds. Number 2: locate the major fishing grounds of the world. Number 3: explain the importance and conservation of fish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eat fish from rivers and the sea. Cold ocean currents bring plankton. Too much fishing reduces fish.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Big foreign trawlers fish near the coast of West Africa. Local fishermen in canoes say they catch fewer fish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 are becoming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catches the most fish?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Big foreign trawlers.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too much fishing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fishing seasons and net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protect fish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fishing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area of sea or inland water where many fish are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major fishing grounds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North-West Atlantic (Newfoundland), the North-East Atlantic (North Sea) and the North-West Pacific (Japan) (also Peru).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meeting of warm and cold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these areas rich in fish?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Shallow continental shelves and meeting of warm and cold currents bring much plankton.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importance of fish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rich in protein and jobs for fishermen and traders (also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fishing boat on the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ways to conserve fish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seasons and quotas, control of net sizes and fish farming (pisciculture).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Fishing ground and Pisciculture.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Fishing Grounds. The major fishing grounds of the world are the following. On this slide we have North-West Atlantic and North-East Atlantic.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Fishing Grounds. On this slide we have North-West Pacific and Peru.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These areas are rich in fish for the following reasons. On this slide we have Shallow continental shelves and Cold currents.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Fish resources are important for the following reasons. On this slide we have Protein, Jobs and Export income.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Conservation. Fish stocks are protected by the following measures. On this slide we have Fishing seasons and quotas, Control of net sizes and Refrigeration.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On this slide we have Pisciculture.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major fishing grounds.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North Sea and the Grand Banks of Newfoundland.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conservation measures.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quotas and control of net sizes.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plankton; number 2, pisciculture; number 3, overfishing.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places in Cameroon where people fish.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The Management of Fish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41: FISH RESOURCES AND THEIR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Fish Resources and their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Forestry, Fishing and Mining as Economic Activities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Fish Resources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Fishing ground, pisciculture, refrigeration, overfishing.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stock and distribution of major fishing grounds; importance of fish resources to the economy; conservation of fish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major fishing grounds and explain the conservation of fish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10: Description of Vegetation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a map extract and give two reasons for its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answer locates each vegetation type with grid references and directions and explains it by relief (forest on steep slopes), drainage (swamp on low wet land) or human activity (clearing 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fish resources and fishing grounds.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major fishing grounds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and conservation of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eat fish from rivers and the sea.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ocean currents bring plankton.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Too much fishing reduces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foreign trawlers fish near the coast of West Africa. Local fishermen in canoes say they catch fewer fish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are becoming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catches the most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foreign trawlers.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too much fishing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fishing seasons and net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protect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fishing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area of sea or inland water where many fish are caught.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FISHING GROUNDS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FISHING GROUNDS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fishing grounds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FISHING GROUNDS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North-West Atlantic (Newfoundland), the North-East Atlantic (North Sea) and the North-West Pacific (Japan) (also Peru).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WHY THERE?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Meeting of warm and cold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WHY THERE?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areas rich in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WHY THERE?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Shallow continental shelves and meeting of warm and cold currents bring much plankton.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rich in protein and jobs for fishermen and traders (also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fishing boat on the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conserve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seasons and quotas, control of net sizes and fish farming (pisciculture).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Forestry, Fishing and Mining as Economic Activities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41: Fish Resources and their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ground: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of water where many fish are caught.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Pisciculture: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rearing of fish in ponds.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Fishing Grounds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fishing grounds of the world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Atlantic: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the Grand Banks of Newfoundland.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North-East Atlantic: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the North Sea and the coasts of Norway.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Fishing Grounds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Pacific and Peru: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the seas around Japan and the Peruvian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areas are rich in fish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Shallow continental shelves: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reaches the sea bed and plankton grows.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much plankton, the food of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Importance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 resources are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is a cheap source of protein.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work as fishermen and sellers.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is sold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Conservation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 stocks are protected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seasons and quotas: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is limited in time and quantity.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of net 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fish can escape.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Refrigeration: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fish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Conservation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Pisciculture: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are reared in ponds.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fishing grounds.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Sea and the Grand Banks of Newfoundland.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conservation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Quotas and control of net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Fish feed on tiny organisms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fish in ponds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Catching too many fish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places in Cameroon where people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The Management of Fish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Trawler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chalutier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pisciculture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Fish Resources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fish resources and fishing grounds. Locate the major fishing grounds of the world. Explain the importance and conservation of fish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major fishing grounds and explain the conservation of fish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Fishing Grounds; Reasons; Importance;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places in Cameroon where people fish.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local fishing places.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“Empty beaches” by ludwig.troller, CC BY-NC 2.0, via Flickr (https://www.flickr.com/photos/124845120@N03/14285811155)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2026-10-02T05:13:34Z</dcterms:created>
  <dcterms:modified xsi:type="dcterms:W3CDTF">2026-10-02T05:13:34Z</dcterms:modified>
</cp:coreProperties>
</file>