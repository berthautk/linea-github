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41: Fish Resources and their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Forestry, Fishing and Mining as Economic Activities of the Primary Sector. The key notions we shall use today are: fishing ground, pisciculture, refrigeration, overfishing. At the end, you should be able to do this: learners are able to locate major fishing grounds and explain the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10: Description of Vegetation on Maps. The question was: Describe the vegetation of a map extract and give two reasons for its pattern.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answer locates each vegetation type with grid references and directions and explains it by relief (forest on steep slopes), drainage (swamp on low wet land) or human activity (clearing near villages).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fish resources and fishing grounds. Number 2: locate the major fishing grounds of the world. Number 3: explain the importance and conservation of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eat fish from rivers and the sea. Cold ocean currents bring plankton. Too much fishing reduces fish.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Big foreign trawlers fish near the coast of West Africa. Local fishermen in canoes say they catch fewer fish every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Fish are becoming scarce.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catches the most fish?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Big foreign trawlers.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too much fishing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fishing seasons and net sizes.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and protect fish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fishermen in canoes.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fishing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area of sea or inland water where many fish are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ocean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major fishing grounds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North-West Atlantic (Newfoundland), the North-East Atlantic (North Sea) and the North-West Pacific (Japan) (also Peru).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meeting of warm and cold currents.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these areas rich in fish?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Shallow continental shelves and meeting of warm and cold currents bring much plankton.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fish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importance of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Food rich in protein and jobs for fishermen and traders (also exports).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fishing boat on the beach.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ways to conserve fish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seasons and quotas, control of net sizes and fish farming (pisciculture).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Fishing ground and Pisciculture.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Fishing Grounds. The major fishing grounds of the world are the following. On this slide we have North-West Atlantic and North-East Atlantic.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Fishing Grounds. On this slide we have North-West Pacific and Peru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and Conservation. Fish resources are important and must be conserved. On this slide we have Importance and Conservation.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major fishing grounds.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North Sea and the Grand Banks of Newfoundland.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measures.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quotas and control of net sizes.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plankton; number 2, pisciculture; number 3, overfishing.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places in Cameroon where people fish.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42: The Management of Fish Resources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41: FISH RESOURCES AND THEIR MANAGEMENT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Fish Resources and their Management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Forestry, Fishing and Mining as Economic Activities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41: Fish Resources and their Management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Fishing ground, pisciculture, refrigeration, overfishing.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global stock and distribution of major fishing grounds; importance of fish resources to the economy;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10: Description of Vegetation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a map extract and give two reasons for its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answer locates each vegetation type with grid references and directions and explains it by relief (forest on steep slopes), drainage (swamp on low wet land) or human activity (clearing near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fish resources and fishing grounds.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and conservation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eat fish from rivers and the sea.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ocean currents bring plankton.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Too much fishing reduces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 fish near the coast of West Africa. Local fishermen in canoes say they catch fewer fish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are becoming scarce.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catches the most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Big foreign trawlers.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too much fishing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fishing seasons and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and protect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 in canoes.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fishing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area of sea or inland water where many fish are caught.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major fishing grounds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FISHING GROUNDS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North-West Atlantic (Newfoundland), the North-East Atlantic (North Sea) and the North-West Pacific (Japan) (also Peru).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Meeting of warm and cold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these areas rich in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WHY THERE?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continental shelves and meeting of warm and cold currents bring much plankton.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fish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Food rich in protein and jobs for fishermen and traders (also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fishing boat on the beach.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to conserve fish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CONSERVATION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seasons and quotas, control of net sizes and fish farming (pisciculture).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Forestry, Fishing and Mining as Economic Activities of the Primary Sector</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41: Fish Resources and their Management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Fishing ground: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of water where many fish are caught.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Pisciculture: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rearing of fish in ponds.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fishing grounds of the world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Grand Banks of Newfoundland.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North-East Atlantic: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includes the North Sea and the coasts of Norway.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North-West Pacific and Peru: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seas around Japan and the Peruvian coast.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continental shelves and cold currents bring much plankton.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Major Fishing Grounds</a:t>
            </a:r>
            <a:endParaRPr lang="en-US" sz="3600" dirty="0"/>
          </a:p>
        </p:txBody>
      </p:sp>
      <p:pic>
        <p:nvPicPr>
          <p:cNvPr id="4" name="Image 0" descr="/home/claude/f4/img/v2/ocean_current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ocean currents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and Conservation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Fish resources are important and must be conserved: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 is a cheap source of protein and gives jobs and export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seasons, quotas, control of net sizes, refrigeration and pisciculture protect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major fishing grounds.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Sea and the Grand Banks of Newfoundland.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Quotas and control of net sizes.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Fish feed on tiny organisms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Rearing fish in ponds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Catching too many fish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places in Cameroon where people fish.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42: The Management of Fish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pêche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filet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Trawler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chalutier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Fish farming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pisciculture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41: Fish Resources and their Management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fish resources and fishing grounds. Locate the major fishing grounds of the world. Explain the importance and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major fishing grounds and explain the conservation of fish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Major Fishing Grounds; Importance and Conservation.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places in Cameroon where people fish.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local fishing places.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measures.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“Kenyan food, farming and landscapes” by CGIAR Climate, CC BY-NC-SA 2.0, via Flickr (https://www.flickr.com/photos/55227776@N04/14310899853)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“Empty beaches” by ludwig.troller, CC BY-NC 2.0, via Flickr (https://www.flickr.com/photos/124845120@N03/14285811155)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2026-09-27T14:07:45Z</dcterms:created>
  <dcterms:modified xsi:type="dcterms:W3CDTF">2026-09-27T14:07:45Z</dcterms:modified>
</cp:coreProperties>
</file>