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10: The Theory of Plate Tectonics.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Structure of the Earth: Building Processes and Impacts on Man — Internal Structure of the Earth.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Structure of the Earth: Building Processes and Impacts on Man, and the sub-topic is Internal Structure of the Earth. The key notions we shall use today are: plate, plate margin, convection current, subduction. At the end, you should be able to do this: learners are able to explain why earthquakes and volcanoes happen in some regions of the world, using a map of 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9: The Theory of Continental Drift. The question was: Listen to the news or ask an adult about a recent earthquake or volcanic eruption in the world. Write the name of the country and what happened.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an earthquake in Turkey in 2023 destroyed many buildings and killed thousands of people.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plate tectonics. Number 2: name the major plates and locate the African Plate. Number 3: describe the three types of plate margins and their landforms.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continents were once joined in Pangaea. The mantle is very hot rock that flows slowly. Wegener could not explain what moves the continents.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television, Mariam sees an earthquake in Japan and a volcano in Italy. In Garoua, the ground feels safe. She knows that Mount Cameroon is an active volcano and wonders why.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Mariam does not know why some places have volcanoes and earthquakes.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one active volcano in Cameroon.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Mount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do most earthquakes and volcanoes happen?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At the edges of the 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the theory of plate tectonics to explain earthquakes and volcanoes.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plates of the Earth and how they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main plates of the Earth (blue star: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On which plate is Cameroon? Name two other plates.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African Plate. Others: Eurasian, Pacific.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plates move apart (left) and together (right).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happens when plates move apart? And when they move together?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Apart: magma rises. Together: one plate sinks.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the San Andreas Fault (USA), where two plates slide past each other.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Here the plates slide side by side. What type of margin is this?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conservative margin. It causes earthquakes.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Theory of Plate Tectonics. The main ideas of the theory are the following. On this slide we have Plate tectonics and Plates.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Theory of Plate Tectonics. On this slide we have Movement.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major plates.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Plate Margins and their Landforms. The places where plates meet are of three types. On this slide we have Constructive margins.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Plate Margins and their Landforms. On this slide we have Destructive margins and Conservative margins.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plate?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large piece of the crust.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happens at a destructive margin?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plates move together and one sinks under the other.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African; number 2, apart; number 3,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your parents or read about Mount Cameroon: when did it last erupt, and what did the lava do?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11: Volcanoes and Volcanic Features.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10: THE THEORY OF PLATE TECTONICS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gif"/><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Theory of Plate Tectonics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Structure of the Earth: Building Processes and Impacts on Man — Internal Structure of the Earth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Internal Structure of the Earth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10: The Theory of Plate Tectonics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Plate, plate margin, convection current, subduction.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theory of plate tectonics: meaning and main ideas; plates and plate margins (constructive, destructive, conservative) and their landforms.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earthquakes and volcanoes happen in some regions of the world, using a map of plates.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9: The Theory of Continental Drift):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Listen to the news or ask an adult about a recent earthquake or volcanic eruption in the world. Write the name of the country and what happened.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an earthquake in Turkey in 2023 destroyed many buildings and killed thousands of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plate tectonics.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major plates and locate the African Plate.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three types of plate margins and their landforms.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continents were once joined in Pangaea.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mantle is very hot rock that flows slowly.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Wegener could not explain what moves the continents.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television, Mariam sees an earthquake in Japan and a volcano in Italy. In Garoua, the ground feels safe. She knows that Mount Cameroon is an active volcano and wonders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Mariam does not know why some places have volcanoes and earthquakes.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active volcano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most earthquakes and volcanoes happen?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edges of the plates.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the theory of plate tectonics to explain earthquakes and volcanoes.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plates of the Earth and how they 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PLATES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lates_big.png">    </p:cNvPr>
          <p:cNvPicPr>
            <a:picLocks noChangeAspect="1"/>
          </p:cNvPicPr>
          <p:nvPr/>
        </p:nvPicPr>
        <p:blipFill>
          <a:blip r:embed="rId1"/>
          <a:stretch>
            <a:fillRect/>
          </a:stretch>
        </p:blipFill>
        <p:spPr>
          <a:xfrm>
            <a:off x="1034813" y="1783080"/>
            <a:ext cx="1012206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main plates of the Earth (blue star: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PLATES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which plate is Cameroon? Name two other plates.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PLATES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African Plate. Others: Eurasian, Pacific.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PLATE MARGINS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margins.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plates move apart (left) and together (right).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PLATE MARGINS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when plates move apart? And when they move together?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PLATE MARGINS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Apart: magma rises. Together: one plate sinks.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PLATE MARGINS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sanandrea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San Andreas Fault (USA), where two plates slide past each other.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PLATE MARGINS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Here the plates slide side by side. What type of margin is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PLATE MARGINS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conservative margin. It causes earthquakes.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Structure of the Earth: Building Processes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Internal Structure of the Earth</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The Theory of Plate Tectonics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Theory of Plate Tectonics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ideas of the theory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Plate tectonics: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theory that the crust is broken into plates that move slowly.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seven major plates, and Cameroon is on the African Plate.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Theory of Plate Tectonics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Movement: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Convection currents of heat in the mantle move the plates.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Theory of Plate Tectonics</a:t>
            </a:r>
            <a:endParaRPr lang="en-US" sz="3600" dirty="0"/>
          </a:p>
        </p:txBody>
      </p:sp>
      <p:pic>
        <p:nvPicPr>
          <p:cNvPr id="4" name="Image 0" descr="/home/claude/f4/img/v2/plates_big.png">    </p:cNvPr>
          <p:cNvPicPr>
            <a:picLocks noChangeAspect="1"/>
          </p:cNvPicPr>
          <p:nvPr/>
        </p:nvPicPr>
        <p:blipFill>
          <a:blip r:embed="rId1"/>
          <a:stretch>
            <a:fillRect/>
          </a:stretch>
        </p:blipFill>
        <p:spPr>
          <a:xfrm>
            <a:off x="1034813" y="1783080"/>
            <a:ext cx="1012206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major plates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Plate Margins and their Landforms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places where plates meet are of three types: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Constructive margins: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Plates move apart and new crust forms, giving ocean ridges and rift valleys.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Plate Margins and their Landforms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Destructive margins: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Plates move together and one sinks, giving fold mountains, trenches and volcanoes.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Conservative margins: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Plates slide past each other, giving faults and earthquakes, like the San Andreas Fault.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plate?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large piece of the crust.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at a destructive margin?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Plates move together and one sinks under the 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Cameroon is on the ______ Plate.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At a constructive margin, plates move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At a conservative margin, plates slide ______ by 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your parents or read about Mount Cameroon: when did it last erupt, and what did the lava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Volcanoes and Volcanic Features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Plate margin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limite de plaques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Subduction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subduction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Ridge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dorsale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Rift valley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vallée du rift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Fold mountains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montagnes plissées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Convection current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courant de convection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Fault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10: The Theory of Plate Tectonics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plate tectonics. Name the major plates and locate the African Plate. Describe the three types of plate margins and their landforms.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earthquakes and volcanoes happen in some regions of the world, using a map of plates.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Theory of Plate Tectonics; Plate Margins and their Landforms.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your parents or read about Mount Cameroon: when did it last erupt, and what did the lava do?</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break a biscuit into pieces: the pieces are like the plates.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move two books apart, then push them together.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slide two books side by side.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Structure of the Earth: Building Processes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Plate boundaries: Bird (2003), PB2002 model.</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“faultfind_48” by dsearls, CC BY-SA 2.0, via Flickr (https://www.flickr.com/photos/52614599@N00/15392616)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2026-09-27T10:04:52Z</dcterms:created>
  <dcterms:modified xsi:type="dcterms:W3CDTF">2026-09-27T10:04:52Z</dcterms:modified>
</cp:coreProperties>
</file>