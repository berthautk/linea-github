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Soil Conservation.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Conservation of World's Biomes and Resources, and the sub-topic is The Soil. The key notions we shall use today are: soil conservation, checks to soil erosion, conservation measures, terraces, contour ploughing. At the end, you should be able to do this: learners are able to propose and apply methods to conserve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Soil Erosion. The question was: Find a place with soil erosion near your home. Describe it and give its cause.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path with deep rills on a slope; caused by running rain water on bare, trampled soil.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soil conservation. Number 2: describe mechanical methods of soil conservation. Number 3: describe biological methods of soil conservation.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Soil erosion removes the topsoil. Bare soil is eroded quickly. Plants protect the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the Mandara Mountains, farmers grow millet on steep slopes. They build stone walls across the slopes, and their soil is not washed away by the heavy rains.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Farmers must protect the soil on steep slopes.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the farmers build?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Stone walls (terraces) across the slopes.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it work?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walls slow down the running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grass and cover crops, and farm along the contours.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protect the soil that feeds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soil conservation methods.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soil conservation?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All the methods used to protect the soil from erosion and keep it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terraces on a hillside.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 terraces reduce soil erosion?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make flat steps that slow down running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zaï pits in a dry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zaï pits and contour ridges help the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catch water and soil and stop them from running down the slope.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line of trees against the wind.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trees protect the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Their roots hold the soil and they slow down wind and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dead leaves covering the soil (mulch).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other biological methods.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Mulching and cover crops (also crop rotation, manure).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Soil conservation.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Mechanical Methods. Soil is protected by the following mechanical methods. On this slide we have Terracing and Contour ploughing and ridges.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Mechanical Methods. On this slide we have Stone lines and check dams.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soil conservation methods.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Biological Methods. Soil is protected by the following biological methods. On this slide we have Tree planting and Cover crops and mulching.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Biological Methods. On this slide we have Crop rotation and manure.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Other Measures. Other measures also conserve the soil. On this slide we have Controlled grazing and Stopping bush fires.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mechanical methods of soil conservation.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terracing and contour ploughing.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biological methods.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tree planting and mulching.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terraces; number 2, mulching; number 3, contour.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Propose three ways to protect the soil of your school compound.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The Ecosystem.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 SOIL CONSERVATION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Soil Conservation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Conservation of World's Biomes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Soil Conservation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conservation, checks to soil erosion, conservation measures, terraces, contour ploughing.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measures and methods of soil conservation.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propose and apply methods to conserve the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Soil Erosion):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 place with soil erosion near your home. Describe it and give its cause.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path with deep rills on a slope; caused by running rain water on bare, trampled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soil conservation.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mechanical methods of soil conservation.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biological methods of soil conservation.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 erosion removes the topsoil.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Bare soil is eroded quickly.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protect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Mandara Mountains, farmers grow millet on steep slopes. They build stone walls across the slopes, and their soil is not washed away by the heavy 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must protect the soil on steep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 farmers build?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 walls (terraces) across the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it 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walls slow down the running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grass and cover crops, and farm along the contours.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protect the soil that feeds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il_conserv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Soil conservation methods.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soil conservation?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All the methods used to protect the soil from erosion and keep it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MECHANICAL METHODS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Terraces on a hillside.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MECHANICAL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terraces reduce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MECHANICAL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make flat steps that slow down running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MECHANICAL METHODS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za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Zaï pits in a dry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MECHANICAL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zaï pits and contour ridges help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MECHANICAL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catch water and soil and stop them from running down the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BIOLOGICAL METHODS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helterbel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line of trees against the wind.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BIOLOGICAL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trees protect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BIOLOGICAL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roots hold the soil and they slow down wind and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BIOLOGICAL METHODS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Dead leaves covering the soil (mulch).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BIOLOGICAL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other biological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BIOLOGICAL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Mulching and cover crops (also crop rotation, manure).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Conservation of World's Biomes and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Soil</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Soil Conservation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conservation: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protection of the soil against erosion and loss of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Mechanical Methods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is protected by the following mechanical methods: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Terracing: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steps are built across steep slopes, as on the Mandara Mountains.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Contour ploughing and ridges: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Ploughing along the contours stops water from running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Mechanical Methods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Stone lines and check dams: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Lines of stones and small dams slow water and fill gullies.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Mechanical Methods</a:t>
            </a:r>
            <a:endParaRPr lang="en-US" sz="3600" dirty="0"/>
          </a:p>
        </p:txBody>
      </p:sp>
      <p:pic>
        <p:nvPicPr>
          <p:cNvPr id="4" name="Image 0" descr="/home/claude/f4/img/v2/soil_conserv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soil conservation methods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Biological Methods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is protected by the following biological methods: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Tree planting: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and windbreaks hold the soil and reduce wind.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Cover crops and mulching: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and dead leaves cover the soil against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Biological Methods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Crop rotation and manure: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Changing crops and adding manure keep the soil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Other Measures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Other measures also conserve the soil: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Controlled grazing: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Limiting the number of animals protects the grass.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Stopping bush fires: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Avoiding fires keeps the plant cover.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mechanical methods of soil conservation.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Terracing and contour ploughing.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biological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 planting and mulching.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Flat steps on slopes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Covering the soil with dead leaves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Ploughing across the slope is ______ ploughing.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three ways to protect the soil of your school compound.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The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Conservation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conservation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Terrace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terrasse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Mulching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Windbreak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brise-vent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fumier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courbe de niveau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Conservation of World's Biomes and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Soil Conservation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soil conservation. Describe mechanical methods of soil conservation. Describe biological methods of soil conservation.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propose and apply methods to conserve the soil.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Mechanical Methods; Biological Methods; Other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Propose three ways to protect the soil of your school compound.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methods known.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Mandara terraces.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contour ridges.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plan trees for the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mulch a school garden.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“Women sowing okra in zai holes” by abossuet, CC BY-NC 2.0, via Flickr (https://www.flickr.com/photos/30450178@N07/7175750825)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“20210723-NRCS-LSC-0128” by USDAgov, Public domain 1.0, via Flickr (https://www.flickr.com/photos/41284017@N08/51526578960)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“Heavily earthworm-infested soil” by esagor, CC BY-NC 2.0, via Flickr (https://www.flickr.com/photos/7357861@N03/1993224477)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2026-09-28T21:14:57Z</dcterms:created>
  <dcterms:modified xsi:type="dcterms:W3CDTF">2026-09-28T21:14:57Z</dcterms:modified>
</cp:coreProperties>
</file>