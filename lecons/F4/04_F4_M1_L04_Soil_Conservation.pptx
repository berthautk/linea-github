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Soil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soil conservation, checks to soil erosion, conservation measures, terraces, contour ploughing. At the end, you should be able to do this: learners are able to propose and apply methods to conserve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 Erosion. The question was: Find a place with soil erosion near your home. Describe it and give its cause.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path with deep rills on a slope; caused by running rain water on bare, trampled soil.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conservation. Number 2: describe mechanical methods of soil conservation. Number 3: describe biological methods of soil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erosion removes the topsoil. Bare soil is eroded quickly.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Mandara Mountains, farmers grow millet on steep slopes. They build stone walls across the slopes, and their soil is not washed away by the heavy rains.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must protect the soil on steep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farmers build?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Stone walls (terraces) across the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it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walls slow down the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grass and cover crops, and farm along the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the soil that feeds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soil conservation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soil conservation?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All the methods used to protect the soil from erosion and keep it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terraces reduce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flat steps that slow down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zaï pits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zaï pits and contour ridges help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catch water and soil and stop them from running down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line of trees against the wind.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trees protect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roots hold the soil and they slow down wind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dead leaves covering the soil (mulch).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biological methods.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Mulching and cover crops (also crop rotation, manure).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Mechanical Methods. Soil is protected by the following mechanical methods. On this slide we have Terracing and Contour ploughing and ridges.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Methods. On this slide we have Stone lines and check dams.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conservation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Biological Methods. Soil is protected by the following biological methods. On this slide we have Tree planting and Cover crops and mulching.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Biological Methods. On this slide we have Crop rotation and manure.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Measures. Other measures also conserve the soil. On this slide we have Controlled grazing and Stopping bush fires.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mechanical methods of soil conservation.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terracing and contour ploughing.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biological methods.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tree planting and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terraces; number 2, mulching; number 3, contour.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ways to protect the soil of your school compound.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Ecosystem.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SOIL CONSERVATION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Conservation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Soil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conservation, checks to soil erosion, conservation measures, terraces, contour ploughing.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measures and methods of soil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propose and apply methods to conserve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 Erosion):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place with soil erosion near your home. Describe it and give its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path with deep rills on a slope; caused by running rain water on bare, trampled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conservation.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mechanical methods of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biological methods of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erosion removes the topsoil.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Bare soil is eroded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Mandara Mountains, farmers grow millet on steep slopes. They build stone walls across the slopes, and their soil is not washed away by the heavy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must protect the soil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farmers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 walls (terraces) across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walls slow down the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grass and cover crops, and farm along the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the soil that feeds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the methods used to protect the soil from erosion and keep it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reduce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flat steps that slow down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Zaï pits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zaï pits and contour ridges help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catch water and soil and stop them from running down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helterbe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line of trees against the wind.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trees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roots hold the soil and they slow down wind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covering the soil (mulch).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biological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Mulching and cover crops (also crop rotation, manure).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protection of the soil against erosion and loss of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Mechanical Methods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protected by the following mechanical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Terracing: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steps are built across steep slopes, as on the Mandara Mountains.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ploughing and ridges: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along the contours stops water from running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Mechanical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Stone lines and check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of stones and small dams slow water and fill gullies.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Mechanical Methods</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Biological Methods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protected by the following biological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windbreaks hold the soil and reduce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Cover crops and mulching: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dead leaves cover the soil against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Biological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rotation and manure: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crops and adding manure keep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measures also conserve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Limiting the number of animals protects the grass.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Stopping 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Avoiding fires keeps the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mechanical methods of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Terracing and contour ploughing.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biological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and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steps on slopes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Covering the soil with dead leaves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Ploughing across the slope is ______ ploughing.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protect the soil of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Windbreak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brise-vent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Soil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conservation. Describe mechanical methods of soil conservation. Describe biological methods of soil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propose and apply methods to conserve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Mechanical Methods; Biological Methods; Other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ways to protect the soil of your school compound.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methods known.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Mandara terraces.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contour ridges.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plan trees for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mulch a school garden.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“20210723-NRCS-LSC-0128” by USDAgov, Public domain 1.0, via Flickr (https://www.flickr.com/photos/41284017@N08/51526578960)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2026-09-29T03:11:35Z</dcterms:created>
  <dcterms:modified xsi:type="dcterms:W3CDTF">2026-09-29T03:11:35Z</dcterms:modified>
</cp:coreProperties>
</file>