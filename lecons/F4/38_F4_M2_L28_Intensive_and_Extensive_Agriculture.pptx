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Intensive and Extensive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market gardening, mixed farming, dairy farming, viticulture, shifting cultivation, bush fallowing, pastoral nomadism, plantation farming. At the end, you should be able to do this: learners are able to define the main types of intensive and extensive agriculture and locate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Agricultural Systems. The question was: Classify three farms of your area as intensive or extensive and justify.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onion gardens by the Benue – intensive (much labour and water on small plots); cotton fields – semi-intensive; cattle herding – extensive (large areas, few inputs).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main types of intensive agriculture. Number 2: define the main types of extensive agriculture. Number 3: locate where each type is practised.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Intensive farming uses many inputs. Extensive farming uses large areas. Cameroon has plantations.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vegetable gardens in Holland, vineyards in France, shifting cultivation in the Congo forest and cattle herds in the Sahel.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name and locate farming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type is shown in France?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Viticulture.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type is shown in the Sahel?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Pastoral nomadism.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farming types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farming types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vegetables in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market gardening and where is it practised?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vegetables and fruits for nearby towns; around big cities and in the Netherlands (also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dairy cow.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mixed farming and dairy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Mixed: crops and animals on one farm (Europe). Dairy: rearing cows for milk (Netherlands, Denmark).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Define plantation farming and give an example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farm growing one cash crop for export, such as the oil palm and rubber of the CDC.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shifting cultivation and bush fallowing practised?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tropical forests of Africa, the Amazon and South-East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ranch.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pastoral nomadism and ranching.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Nomadism: moving with herds (Sahel). Ranching: keeping animals on a large fenced farm (Argentina,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Intensive Agriculture. The main intensive types are the following. On this slide we have Market gardening and Mixed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Intensive Agriculture. On this slide we have Dairy farming, Viticulture and Plantation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Extensive Agriculture. The main extensive types are the following. On this slide we have Shifting cultivation and Bush fallowing.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Agriculture. On this slide we have Pastoral nomadism and Ranching and grain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market gardening.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vegetables and fruits for nearby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pastoral nomadism practised?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Sahel (also East Africa).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viticulture; number 2, fallowing; number 3,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type of intensive and one type of extensive farming practised in Cameroon and where.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The Green Revolution.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INTENSIVE AND EXTENSIVE AGRICULTURE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Intensive and Extensive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Intensive and Extensive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Market gardening, mixed farming, dairy farming, viticulture, shifting cultivation, bush fallowing, pastoral nomadism, plantation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 each type: definition only; where commonly practised.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the main types of intensive and extensive agriculture and locate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Agricultural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farms of your area as intensive or extensive and justify.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onion gardens by the Benue – intensive (much labour and water on small plots); cotton fields – semi-intensive; cattle herding – extensive (large areas, few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main types of intensive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main types of extensive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where each type is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Intensive farming uses many inputs.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Extensive farming uses large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vegetable gardens in Holland, vineyards in France, shifting cultivation in the Congo forest and cattle herds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name and locate farming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is shown in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is shown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Pastoral nomadism.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farming types around you.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farming types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in 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market gardening and where is it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MARKET GARDENING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vegetables and fruits for nearby towns; around big cities and in the Netherlands (also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ai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dairy cow.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mixed farming and dairy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MIXED AND DAIRY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crops and animals on one farm (Europe). Dairy: rearing cows for milk (Netherlands, Denmark).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plantation farming and give an example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VITICULTURE AND PLANTATIONS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farm growing one cash crop for export, such as the oil palm and rubber of the CDC.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shifting cultivation and bush fallowing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SHIFTING CULTIVATION AND BUSH FALLOWING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tropical forests of Africa, the Amazon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n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ranch.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pastoral nomadism and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 AND RANCHING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Nomadism: moving with herds (Sahel). Ranching: keeping animals on a large fenced farm (Argentina,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Intensive and Extensive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intensive types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gardening: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vegetables and fruits for nearby towns, as around big cities and in the Netherlands.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Mixed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crops and rearing animals on the same farm, as in Western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Agriculture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Dairy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rearing cows for milk, as in the Netherlands and Denmark.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grapes, as in France and Italy.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growing one cash crop on a large estate, as oil palm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extensive types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a plot, farm it and move on, as in the Congo Basin.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leave land to rest and return to it later, as in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move with animals to find grass and water, as in the Sahel.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Ranching and grain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farms rear cattle or grow wheat, as in Argentina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Agriculture</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vegetables and fruits for nearby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pastoral nomadism practised?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(also East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grapes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bush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farm with one cash crop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type of intensive and one type of extensive farming practised in Cameroon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 gardening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maraîchage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laiterie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Intensive and Extensive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main types of intensive agriculture. Define the main types of extensive agriculture. Locate where each type is practised.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the main types of intensive and extensive agriculture and locate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Intensive Agriculture; Extensive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type of intensive and one type of extensive farming practised in Cameroon and where.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onion gardens.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milk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farming in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herding.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“Koe 9354” by ednl, CC BY 2.0, via Flickr (https://www.flickr.com/photos/31392863@N04/5640329871)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“The Flock” by seefit, CC BY 2.0, via Flickr (https://www.flickr.com/photos/76574551@N00/20928299362)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2026-09-28T21:15:06Z</dcterms:created>
  <dcterms:modified xsi:type="dcterms:W3CDTF">2026-09-28T21:15:06Z</dcterms:modified>
</cp:coreProperties>
</file>