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Man and Floodplain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floodplain, resource, hazard. At the end, you should be able to do this: learners are able to use the resources of a river safely and to take measures against floods in their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The Lower Course of a River. The question was: Ask two people who live or farm near the Benue: what are the advantages of the river, and what problems do the floods cause? Write their answers.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Advantages: fertile soil for rice and onions, water for animals and fishing. Problems: floods destroy houses and crops, and bring diseases like cholera and malaria.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importance of rivers and floodplains to man. Number 2: describe the problems of living on floodplains. Number 3: suggest solutions to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floodplain is a wide, flat area covered with alluvium. Levees are raised banks built during floods. Deposition is dominant in the lower course.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the Benue is very high at Garoua. In 2012, heavy rain and water from the Lagdo Dam flooded many villages. Farms and houses were destroyed.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Floods destroyed farms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caused the flood of 2012?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Heavy rain and water released from the Lagdo 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people live near the river?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soil is fertile and there is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build away from rivers and follow flood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advantages and dangers of living near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woman in a rice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floodplains good for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soil is fertile (alluvium) and there is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flooded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problems do floods cause?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destroy houses and crops, and bring diseases.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dyke (levee) along a river, USA, 1912.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this bank protect the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stops the river from flooding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Flood and Alluvium.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Rivers and Floodplains. Rivers and floodplains are important to man for the following reasons. On this slide we have Farming and Water and fishing.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Rivers and Floodplains. On this slide we have Energy and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of Living in Floodplains. People in floodplains face the following problems. On this slide we have Floods and Diseases.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Living in Floodplains. On this slide we have Loss of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The following solutions reduce these problems. On this slide we have Dykes and dams and Warnings.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Safe building and Trees.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advantage of living on a floodplain.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soil is fertile.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to floods.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build dykes and give flood warnings.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alluvium; number 2, dyke; number 3, Lagdo.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the wind blowing on the water of the Benue or of a big basin of water. Write how the waves form and in which direction they move.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23: Wave Action in Coastal Areas.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22: MAN AND FLOODPLAIN INTERACTIONS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 and Floodplain Interactions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Man and Floodplain Interactions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Floodplain, resource, hazard.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Importance of rivers and floodplains to man; problems of living in floodplains; solutions to the problems of living in floodplains.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the resources of a river safely and to take measures against floods in their community.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The Lower Course of a River):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two people who live or farm near the Benue: what are the advantages of the river, and what problems do the floods cause? Write their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Advantages: fertile soil for rice and onions, water for animals and fishing. Problems: floods destroy houses and crops, and bring diseases like cholera and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rivers and floodplains to man.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problems of living on floodplains.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solutions to these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floodplain is a wide, flat area covered with alluvium.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Levees are raised banks built during floods.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Deposition is dominant in the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the Benue is very high at Garoua. In 2012, heavy rain and water from the Lagdo Dam flooded many villages. Farms and houses were destroyed.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destroyed farms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caused the flood of 2012?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and water released from the Lagdo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live near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fertile and there is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away from rivers and follow flood warnings.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advantages and dangers of living near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FLOODPLAINS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woman in a rice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FLOODPLAINS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floodplains good for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FLOODPLAINS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fertile (alluvium) and there is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loo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problems do floods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destroy houses and crops, and bring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dyk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dyke (levee) along a river, USA, 1912.</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this bank protect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stops the river from flooding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Man and Floodplain Interactions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when water covers land that is usually dry.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Alluvium: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fertile mud deposited by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Rivers and Floodplains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Rivers and floodplains are important to man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Floodplains have fertile alluvium for rice, onions and vegetables.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and 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supply water for drinking, animals and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Rivers and Floodplains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and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give electricity, like the Lagdo Dam, and are used for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Living in Floodplains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floodplains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destroy houses, crops and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Stagnant water spreads diseases such as cholera and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Living in Floodplains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and animals can drown during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solutions reduce these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Dykes and dams: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control the water and hold back floods.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Warnings: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Radio messages warn people before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Safe building: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should be built on higher ground far from the river.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along the banks hold the soil and slow down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of living on a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dykes and give flood warnings.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Fertile mud dropped by a river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high bank built to stop floods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2012, water from the ______ Dam flooded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wind blowing on the water of the Benue or of a big basin of water. Write how the waves form and in which direction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Wave Action in Coastal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L'aléa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Hydroelectricity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L'hydroélectricité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zonage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Displaced person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personne déplacée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Man and Floodplain Interactions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importance of rivers and floodplains to man. Describe the problems of living on floodplains. Suggest solutions to these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the resources of a river safely and to take measures against floods in their community.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Importance of Rivers and Floodplains; Problems of Living in Floodplains;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the wind blowing on the water of the Benue or of a big basin of water. Write how the waves form and in which direction they move.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what grows along the Benue.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to describe the flood of 2012.</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sandbags put along a river.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“Williams Levee on Kankakee River near Shelby, Indiana, May 1912” by Shook Photos, CC BY 2.0, via Flickr (https://www.flickr.com/photos/24724221@N07/18458778016)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2026-09-27T10:04:54Z</dcterms:created>
  <dcterms:modified xsi:type="dcterms:W3CDTF">2026-09-27T10:04:54Z</dcterms:modified>
</cp:coreProperties>
</file>