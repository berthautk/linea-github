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22: Man and Floodplain Interactions.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advantages and problems of the Benue.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what grows along the Benue.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to describe the flood of 2012.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sandbags put along a 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alluvium 2. dyke 3. Lagdo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22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and Floodplain Interactions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The Work of Rivers on the Landscape and Impacts on 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Work of Rivers on the Landscape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22: Man and Floodplain Interactions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Floodplain, resource, hazard.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 of rivers and floodplains to man; problems of living in floodplains; solutions to the problems of living in floodplains.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use the resources of a river safely and to take measures against floods in their community.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importance of rivers and floodplains to man.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problems of living on floodplains.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solutions to these problems.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floodplain is a wide, flat area covered with alluvium.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Levees are raised banks built during floods.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Deposition is dominant in the lower course.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September, the Benue is very high at Garoua. In 2012, heavy rain and water from the Lagdo Dam flooded many villages. Farms and houses were destroyed.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Floods destroyed farms and houses.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caused the flood of 2012?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Heavy rain and water released from the Lagdo Dam.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people live near the river?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soil is fertile and there is water.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advantages and dangers of living near rivers.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IMPORTANCE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ricefie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woman in a rice field.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IMPORTANCE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floodplains good for farming?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IMPORTANCE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soil is fertile (alluvium) and there is water.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PROBLEMS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floo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flooded street.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PROBLEMS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problems do floods cause?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PROBLEMS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destroy houses and crops, and bring diseases.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dy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dyke (levee) along a river, USA, 1912.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this bank protect the land?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stops the river from flooding the land.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 and Floodplain Interactions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Work of Rivers on the Landscape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22: Man and Floodplain Interactions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Flood: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when water covers land that is usually dry.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Dyke: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high bank built to stop floods.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Alluvium: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fertile mud dropped by a river.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Importance of Floodplains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Farming: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Fertile soil for rice and onions.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Water: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drinking and fishing.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Energy: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Lagdo Dam gives electricity.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Problems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Floods: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destroy houses and crops.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Diseases: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Cholera and malaria.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Deaths: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and animals drown.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Solutions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Dykes and dams: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control the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Warnings: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Radio messages before floods.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Safe places: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houses far from the river.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Trees: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hold the soil.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advantage of living on a floodplain.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soil is fertile.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solutions to floods.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dykes and give flood warnings.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Fertile mud dropped by a river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high bank built to stop floods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2012, water from the ______ Dam flooded villages.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Watch the wind blowing on the water of the Benue or of a big basin of water. Write how the waves form and in which direction they move.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23: Wave Action in Coastal Areas.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ressource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L'aléa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barrage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Irrigation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L'irrigation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Hydroelectricity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L'hydroélectricité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L'alerte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zonage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Displaced person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personne déplacée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22: Man and Floodplain Interactions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importance of rivers and floodplains to man. Describe the problems of living on floodplains. Suggest solutions to these problems.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use the resources of a river safely and to take measures against floods in their community.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Flood, Dyke, Alluvium; II. Importance of Floodplains: Farming, Water, Energy; III. Problems: Floods, Diseases, Deaths; IV. Solutions: Dykes and dams, Warnings, Safe places, Trees.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the wind blowing on the water of the Benue or of a big basin of water. Write how the waves form and in which direction they move.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“A woman harvesting rice, Barotse floodplain, Zambia. Photo by Georgina” by WorldFish, CC BY-NC-ND 2.0, via Flickr (https://www.flickr.com/photos/61545321@N06/7848727138)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“Flood in Accra” by Stig Nygaard, CC BY 2.0, via Flickr (https://www.flickr.com/photos/10259776@N00/181742000)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“Williams Levee on Kankakee River near Shelby, Indiana, May 1912” by Shook Photos, CC BY 2.0, via Flickr (https://www.flickr.com/photos/24724221@N07/18458778016)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2026-09-26T10:44:21Z</dcterms:created>
  <dcterms:modified xsi:type="dcterms:W3CDTF">2026-09-26T10:44:21Z</dcterms:modified>
</cp:coreProperties>
</file>