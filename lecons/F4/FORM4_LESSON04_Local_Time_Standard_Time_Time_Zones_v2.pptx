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4: Local Time, Standard Time and Time Zones.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the time in Cameroon and in another country.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time line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24 strips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to compare the time on a phone set to another country.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15 2. 24 3. ahead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4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Time, Standard Time and Time Zones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 as a Planet in the Solar System — Location and Time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 as a Planet in the Solar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and 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4: Local Time, Standard Time and Time Zones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time, standard time, time zone, Greenwich Mean Time (GMT).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time, standard time and time zones: meaning, illustrations, reasons for time zones; why some countries have many time zones.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the time is different in other countries, and to find the time of a match or a call abroad.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local time and standard time.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meaning of time zones and why they exist.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some countries have many time zones.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Longitudes measure the distance east or west of the Prime Meridian.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Earth turns from west to east.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Garoua is at about 13° 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Indomitable Lions play a match in Brazil. The match starts at 3 p.m. in Brazil, but in Garoua we watch it at 7 p.m. Alima wonders why the time is not the same everywhere.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Alima does not know why Brazil and Garoua have different times.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time difference?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hours.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it later in Garoua?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Garoua is east of Brazil. The Sun rises there first.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why time changes from place to place.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LOCAL TIME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time_lin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15° of longitude = 1 hour.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LOCAL TIME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12:00 at 0°. What time is it at 15° E and at 15° W?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LOCAL TIME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13:00 at 15° E, 11:00 at 15° W.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TIME ZONES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time_zone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996" y="1691640"/>
            <a:ext cx="107289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time zones of the world.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TIME ZONES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many time zones are there? In which one is Cameroon?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TIME ZONES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24 time zones. Cameroon is in GMT + 1.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TIME ZONES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worldclock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Clocks showing the time in different cities.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TIME ZONES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these clocks show different times?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TIME ZONES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city is in a different time zone.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 Time, Standard Time and Time Zones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 Earth as a Planet in the Solar System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Location and Time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4: Local Time, Standard Time and Time Zones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 time: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time given by the Sun in a place.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Standard time: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official time of a country or zone.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 zone: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an area where people use the same time.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Local and Standard Time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The rule: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15° = 1 hour and 1° = 4 minutes.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East: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Places to the east are ahead.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Cameroon: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uses West Africa Time (GMT + 1).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Local and Standard Time (2/2)</a:t>
            </a:r>
            <a:endParaRPr lang="en-US" sz="3600" dirty="0"/>
          </a:p>
        </p:txBody>
      </p:sp>
      <p:pic>
        <p:nvPicPr>
          <p:cNvPr id="13" name="Image 0" descr="/home/claude/f4/img/v2/time_line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time line.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Time Zones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Number: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are 24 main time zones.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Width: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zone is about 15° wide.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Big countries: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Russia has 11 time zones.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many degrees does the Earth turn in one hour?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15°.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standard time of Cameroon?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West Africa Time, GMT + 1.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Earth turns ______ ° in one hour.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are ______ main time zones.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Places to the east have a time that is ______.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 the time in Garoua when it is 12 noon in London in winter (GMT). Then try: what time is it in a town at 45° E when it is 12 noon at 0°?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Practical Work 2: Calculation of Time and Date.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time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L'heure locale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time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L'heure légale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zone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fuseau horaire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L'horloge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Midnight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Ahead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avance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Behind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retard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 as a Planet in the Solar System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4: Local Time, Standard Time and Time Zones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local time and standard time. Explain the meaning of time zones and why they exist. Explain why some countries have many time zones.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why the time is different in other countries, and to find the time of a match or a call abroad.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Local time, Standard time, Time zone; II. Local and Standard Time: The rule, East, Cameroon; III. Time Zones: Number, Width, Big countries.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the time in Garoua when it is 12 noon in London in winter (GMT). Then try: what time is it in a town at 45° E when it is 12 noon at 0°?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The Earth as a Planet in the Solar System.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“The world in our office - 2012-03-28” by 4nitsirk, CC BY-SA 2.0, via Flickr (https://www.flickr.com/photos/26223114@N02/7023309809)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2026-09-26T10:44:19Z</dcterms:created>
  <dcterms:modified xsi:type="dcterms:W3CDTF">2026-09-26T10:44:19Z</dcterms:modified>
</cp:coreProperties>
</file>