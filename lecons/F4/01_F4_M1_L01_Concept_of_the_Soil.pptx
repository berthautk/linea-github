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Concept of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Conservation of World's Biomes and Resources, and the sub-topic is The Soil. The key notions we shall use today are: soil, mineral matter, organic matter, soil texture, structure, depth, fertility. At the end, you should be able to do this: learners are able to define the soil, name its components and describe its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soil. Number 2: identify the components of the soil. Number 3: describe the soil system and the characteristics of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Plants grow in the soil. Rocks break down by weathering. Dead leaves rot on the ground.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Two farmers near Garoua plant maize. The first farm has dark, soft soil and gives a good harvest. The second has sandy, pale soil and gives a poor harvest. The farmers ask why soils are different.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farmers do not know why their soils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soil gives a good harvest?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dark, soft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makes a soil dark?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Humus (organic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add manure and keep plant cover to keep your soil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soil, which feeds plants, animals and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soil pit.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loose top layer of the Earth's surface in which plants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components of a good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components of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Mineral matter, organic matter (humus), water and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soil as a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inputs and two outputs of the soil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Inputs: rain water and dead leaves. Outputs: uptake by plants and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soil texture.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soil texture?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size of the soil particles: sand, silt and clay.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fertile dark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makes a soil fertile?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Humus, plant food (minerals), water and good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Soil. The soil is defined as follows. On this slide we have Soil.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Components of the Soil. The soil is made up of the following components. On this slide we have Mineral matter and Organic matter.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of the Soil. On this slide we have Water and air.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components of the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Soil System. The soil works as a system. On this slide we have Inputs and Outputs.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soil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Characteristics. Soils have the following characteristics. On this slide we have Texture and 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Characteristics. On this slide we have Depth and fertility.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components of the soil.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mineral matter, organic matter, water and air.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soil texture?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size of the soil particles.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humus; number 2, texture; number 3,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Collect two soil samples from different places and compare their colour and texture.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The Soil Profile.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 CONCEPT OF THE SOIL</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Concept of the Soil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Conservation of World's Biomes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Concept of 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mineral matter, organic matter, soil texture, structure, depth, fertility.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components; the soil system (diagram only); soil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the soil, name its components and describe its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soil.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components of the soil.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soil system and the characteristics of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grow in the soil.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Rocks break down by weathering.</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Dead leaves rot on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farmers near Garoua plant maize. The first farm has dark, soft soil and gives a good harvest. The second has sandy, pale soil and gives a poor harvest. The farmers ask why soils are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farmers do not know why their soils are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soil gives a good harvest?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dark, soft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a soil dark?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Humus (organic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Add manure and keep plant cover to keep your soil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soil, which feeds plants, animals and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soil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loose top layer of the Earth's surface in which plants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oil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components of a good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components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Mineral matter, organic matter (humus), water and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SOIL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oil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soil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SOIL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inputs and two outputs of the soil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SOIL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rain water and dead leaves. Outputs: uptake by plants and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exture_triangl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Soil texture.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size of the soil particles: sand, silt and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lack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fertile dark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a soil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Humus, plant food (minerals), water and good depth.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Conservation of World's Biomes and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Soil</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Concept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Soil</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soil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loose top layer of the Earth's surface in which plants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the Soil</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soil is made up of the following components: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 matter: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made of small pieces of weathered rock and forms about 45 % of the soil.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Organic matter: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humus from dead plants and animals and forms about 5 %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the Soil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and air: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fill the spaces between the particles and form about half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the Soil</a:t>
            </a:r>
            <a:endParaRPr lang="en-US" sz="3600" dirty="0"/>
          </a:p>
        </p:txBody>
      </p:sp>
      <p:pic>
        <p:nvPicPr>
          <p:cNvPr id="4" name="Image 0" descr="/home/claude/f4/img/v2/soil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components of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Soil 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soil works as a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dead leaves, weathered rock and sun energy enter the soil.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uptake, evaporation, leaching and erosion leave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Soil System</a:t>
            </a:r>
            <a:endParaRPr lang="en-US" sz="3600" dirty="0"/>
          </a:p>
        </p:txBody>
      </p:sp>
      <p:pic>
        <p:nvPicPr>
          <p:cNvPr id="4" name="Image 0" descr="/home/claude/f4/img/v2/soil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soil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Soil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Texture: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size of the particles: sand, silt or clay.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way the particles are grouped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Soil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Depth and fertility: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deep soil rich in humus and minerals is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components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Mineral matter, organic matter, water and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size of the soil particles.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Dead plants and animals give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Sand, silt and clay describe soil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soil able to feed plants well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two soil samples from different places and compare their colour and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The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Texture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texture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L'argile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fertilité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Conservation of World's Biomes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Concept of the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soil. Identify the components of the soil. Describe the soil system and the characteristics of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the soil, name its components and describe its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Soil; Components of the Soil; The Soil System; Soil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Collect two soil samples from different places and compare their colour and texture.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handful of 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put soil in a jar of water and shake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soil system.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rub soil between the fingers.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two soil samples.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“Humic Dystrudept (fine-loamy, isotic, frigid)” by SoilScience.info, CC BY 2.0, via Flickr (https://www.flickr.com/photos/22503286@N06/5140645742)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“My date palm. Cool, huh?” by Hair Squared, CC BY-SA 2.0, via Flickr (https://www.flickr.com/photos/73119211@N00/3804244479)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2026-09-27T14:07:37Z</dcterms:created>
  <dcterms:modified xsi:type="dcterms:W3CDTF">2026-09-27T14:07:37Z</dcterms:modified>
</cp:coreProperties>
</file>