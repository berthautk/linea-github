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Concept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mineral matter, organic matter, soil texture, structure, depth, fertility. At the end, you should be able to do this: learners are able to define the soil, name its components and describe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soil. Number 2: identify the components of the soil. Number 3: describe the soil system and the characteristics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grow in the soil. Rocks break down by weathering. Dead leaves rot on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plant maize. The first farm has dark, soft soil and gives a good harvest. The second has sandy, pale soil and gives a poor harvest. The farmers ask why soils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do not know why their soils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soil gives a good harvest?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dark, soft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a soil dark?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Humus (organic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add manure and keep plant cover to keep your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 which feeds plants, animals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loose top layer of the Earth's surface in which plants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organic matter (humus),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soil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water and dead leaves. Outputs: uptake by plants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soil texture.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soil texture?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size of the soil particles: sand, silt and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fertile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makes a soil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Humus, plant food (minerals), water and good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Soil. The soil is defined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Soil. The soil is made up of the following components. On this slide we have Mineral matter and Organic matter.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the Soil. On this slide we have Water and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the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works as a system. On this slide we have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Characteristics. Soils have the following characteristics. On this slide we have Texture and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Characteristics. On this slide we have Depth and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the soil.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organic matter, water and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soil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size of the soil particles.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humus; number 2, texture;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two soil samples from different places and compare their colour and texture.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Soil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CONCEPT OF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Concept of 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Concept of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mineral matter, organic matter, soil texture, structure, depth,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components; the soil system (diagram only); soil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the soil, name its components and describe its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 system and the characteristics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grow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break down by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plant maize. The first farm has dark, soft soil and gives a good harvest. The second has sandy, pale soil and gives a poor harvest. The farmers ask why soils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do not know why their soils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gives a good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dark, soft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a soil 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and keep plant cover to keep your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 which feeds plants, animals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loose top layer of the Earth's surface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organic matter (humus),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water and dead leaves. Outputs: uptake by plants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texture.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of the soil particles: sand, silt and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fertile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a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plant food (minerals), water and good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Concept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is made up of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small pieces of weathered rock and forms about 45 % of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humus from dead plants and animals and forms about 5 %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spaces between the particles and form about half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dead leaves, weathered rock and sun energy enter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uptake, evaporation, leaching and erosion leave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Soil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Texture: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particles: sand, silt or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the particles are grouped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Soil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soil rich in humus and minerals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organic matter,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of the soil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plants and animals give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silt and clay describe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soil able to feed plants well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two soil samples from different places and compare their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Concept of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soil. Identify the components of the soil. Describe the soil system and the characteristics of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the soil, name its components and describe its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Soil; Components of the Soil; The Soil System; Soil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two soil samples from different places and compare their colour and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handful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put soil in a jar of water and shake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soil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rub soil between the fingers.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two soil samples.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2026-09-29T03:11:33Z</dcterms:created>
  <dcterms:modified xsi:type="dcterms:W3CDTF">2026-09-29T03:11:33Z</dcterms:modified>
</cp:coreProperties>
</file>