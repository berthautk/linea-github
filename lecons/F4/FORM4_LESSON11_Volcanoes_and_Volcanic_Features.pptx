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Volcanoes and Volcanic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Volcanoes and People.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Volcanoes and People. The key notions we shall use today are: volcanicity, magma, lava, crater, vent, intrusive and extrusive features. At the end, you should be able to do this: learners are able to draw and label a volcano, and to recognise volcanic landforms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The Theory of Plate Tectonics. The question was: Ask your parents or read about Mount Cameroon: when did it last erupt, and what did the lava do?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last erupted in 2012 (and in 1999 and 2000). In 1999 lava flowed towards the sea near Bakingili and destroyed roads and farms.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volcano and volcanicity. Number 2: classify volcanoes according to their activity. Number 3: draw and label the structure of a volcano. Number 4: identify intrusive and extrusive volcanic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plates move at their margins. Magma rises at constructive margins and at subduction zones. Mount Cameroon is an active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Mount Cameroon, near Buea, is a very high mountain and an active volcano. In 1999 and 2000, lava flowed down its sides. The soils around it are dark and very fertile.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live near an active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came out of Mount Cameroon in 2000?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still live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volcanic soils are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volcanoes of Cameroon and their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volcanoes and their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volcano erupts.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comes out of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Lava, ash, gases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parts of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parts of a volcano from the bottom to the top.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Magma chamber, vent (pipe), crater.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big lake inside an old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very large hollow of an old volcano is full of water.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caldera (a very large crater).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Origin of Volcanoes. Volcanoes are defined and explained as follows. On this slide we have Volcano and Origin.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Volcanoes. Volcanoes are classified by their activity as follows. On this slide we have Active volcano and Dormant volcano.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Volcanoes. On this slide we have Extinct volcano.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a Volcano. A volcano has the following parts. On this slide we have Parts.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structure of a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Features. Volcanic features are of two kinds. On this slide we have Intrusive features and Extrusive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volcano?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opening in the crust where magma comes out.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Is Mount Cameroon active, dormant or extinct?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active: it erupted in 1999 and 2000.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lava; number 2, vent; number 3,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Imagine a friend wants to farm near Buea, on Mount Cameroon. Write two good reasons to go and two dangers.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The Impact of Volcanicity on Man.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VOLCANOES AND VOLCANIC FEATURES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Volcanoes and Volcanic Features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Volcanoes and People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Volcanoes and Volcanic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 magma, lava, crater, vent, intrusive and extrusive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origin of volcanoes; types by activity; structure of a volcano; intrusive features (illustration only) and extrusive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The Theory of Plate Tectonics):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or read about Mount Cameroon: when did it last erupt, and what did the lava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last erupted in 2012 (and in 1999 and 2000). In 1999 lava flowed towards the sea near Bakingili and destroyed roads and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volcano and volcanicity.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volcanoes according to their activity.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label the structure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intrusive and extrusive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plates move at their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rises at constructive margins and at subduction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near Buea, is a very high mountain and an active volcano. In 1999 and 2000, lava flowed down its sides. The soils around it are dark and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live near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out of Mount Cameroon in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still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volcanic soils are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volcanoes of Cameroon and their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volcanoes and their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rup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volcano erupts.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comes out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ash, gases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parts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parts of a volcano from the bottom to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 OF A VOLCANO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chamber, vent (pipe), crater.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cra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lake inside an old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very large hollow of an old volcano is full of water.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VOLCANIC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caldera (a very large crater).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Volcanoes and People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Volcanoes and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Origin of Volcanoes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defined and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opening in the crust through which magma, gases and ash come out.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Volcanoes form mainly at plate margins and hot spots where magma rises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classified by their activity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Active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erupts now or has erupted recently, like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Dormant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not erupted for a long time but can erupt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Extinct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will not erupt again, like Mount Manengouba.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Structure of a Volcano</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volcano has the following parts: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volcano has a magma chamber, a vent, a crater and a cone made of lava and 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Structure of a Volcano</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structure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Volcanic Features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Volcanic features are of two kinds: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Intrusive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magma cools inside the crust, like dykes, sills and batholiths.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Extrusive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on the surface, like cones, craters, calderas and lava plateaux.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opening in the crust where magma comes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Mount Cameroon active, dormant or extinct?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Active: it erupted in 1999 and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Magma on the surface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pipe of a volcano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volcano that erupts now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a friend wants to farm near Buea, on Mount Cameroon. Write two good reasons to go and two dangers.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Impact of Volcanicity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cratère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cheminée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Active 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 actif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Volcanoes and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volcano and volcanicity. Classify volcanoes according to their activity. Draw and label the structure of a volcano. Identify intrusive and extrusive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label a volcano, and to recognise volcanic landforms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Origin of Volcanoes; Types of Volcanoes; Structure of a Volcano; Volcanic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Imagine a friend wants to farm near Buea, on Mount Cameroon. Write two good reasons to go and two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2000 eruption of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simple volcano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crater lakes of Cameroon (Barombi, Nyos).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Global Volcanism Program (Smithsonian): Mount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“Happy Anniversary Hawaii” by U.S. Geological Survey, CC0 1.0, via Flickr (https://www.flickr.com/photos/27784370@N05/14802198589)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“Taal Lake and Volcano, Tagaytay, Philippines” by Ray in Manila, CC BY 2.0, via Flickr (https://www.flickr.com/photos/21186555@N07/28260012661)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2026-09-27T10:04:52Z</dcterms:created>
  <dcterms:modified xsi:type="dcterms:W3CDTF">2026-09-27T10:04:52Z</dcterms:modified>
</cp:coreProperties>
</file>