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19: The Upper Course of a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The Work of Rivers on the Landscape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The Work of Rivers on the Landscape and Impacts on Man. The key notions we shall use today are: v-shaped valley, waterfalls, rapids, cataracts, potholes. At the end, you should be able to do this: learners are able to recognise the landforms of the upper course, such as waterfalls and gorges, and to explain their value and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Action of Rivers on the Landscape. The question was: Find a photo or a video of the Vina Falls or the Tello Falls near Ngaoundéré, or of the Kola Gorges near Guider. Describe the river and its valley in three sentences.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at the Vina Falls the river falls over a hard rock step into a deep pool. The valley is narrow with steep sides, and the water is fast and noisy.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characteristics and processes of the upper course. Number 2: explain the formation of the landforms of the upper course. Number 3: give examples of these landforms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long profile is steep near the source. Vertical erosion is dominant in the upper course. Rivers erode by hydraulic action, abrasion, attrition and solution.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Near Ngaoundéré, the Vina River falls over a cliff of hard rock. The water is fast and noisy, and the valley sides are steep. Bouba compares it with the slow Benue at Garoua.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Bouba does not know why the river is so different in two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Describe the Vina near Ngaoundéré.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Fast, noisy, with a waterfall and steep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course of the river is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upper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waterfalls of our region for tourism and energy while respecting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of the upper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cross-section of a valley in the upper course.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shape of this valley?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V shape. The river cuts down into its 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waterfall.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a waterfall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flows from hard rock onto soft rock that wears away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a waterfall moves back and makes a gorge.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the waterfall over many years?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moves back and leaves a gorge.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the Upper Course. The upper course has the following characteristics. On this slide we have Slope and Water.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the Upper Course. On this slide we have Main process.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Landforms of the Upper Course. The upper course has the following landforms. On this slide we have V-shaped valley and Interlocking spurs.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Landforms of the Upper Course. On this slide we have Waterfall, Gorge and Rapids and potholes.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formation of a waterfall.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main work of a river in its upper course?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cuts down (vertical erosion).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does a gorge form?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waterfall moves back and leaves a deep, narrow valley.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V; number 2, waterfall; number 3, gorge.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Stand on the Benue Bridge in Garoua or look at a photo of it. Draw the river and its bends, and mark where the water seems fastest.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20: The Middle Course of a River.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19: THE UPPER COURSE OF A RIVER</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Upper Course of a River</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The Work of Rivers on the Landscape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Work of Rivers on the Landscape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19: The Upper Course of a River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V-shaped valley, waterfalls, rapids, cataracts, potholes.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Main characteristics and processes of the upper course; landforms of the upper course.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landforms of the upper course, such as waterfalls and gorges, and to explain their value and dangers.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Action of Rivers on the Landscape):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photo or a video of the Vina Falls or the Tello Falls near Ngaoundéré, or of the Kola Gorges near Guider. Describe the river and its valley in three sentences.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at the Vina Falls the river falls over a hard rock step into a deep pool. The valley is narrow with steep sides, and the water is fast and noisy.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characteristics and processes of the upper course.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the landforms of the upper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these landforms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long profile is steep near the source.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Vertical erosion is dominant in the upper course.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erode by hydraulic action, abrasion, attrition and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Ngaoundéré, the Vina River falls over a cliff of hard rock. The water is fast and noisy, and the valley sides are steep. Bouba compares it with the slow Benue at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Bouba does not know why the river is so different in two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Vina near 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 noisy, with a waterfall and steep sides.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course of the river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upper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waterfalls of our region for tourism and energy while respecting safety.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of the upper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V-SHAPED VALLEY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vvalle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cross-section of a valley in the upper course.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V-SHAPED VALLEY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shape of this valley?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V-SHAPED VALLEY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 shape. The river cuts down into its bed.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WATERFALL AND GORGE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waterfa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waterfall.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WATERFALL AND GORGE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 waterfall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WATERFALL AND GORGE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flows from hard rock onto soft rock that wears away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WATERFALL AND GORGE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waterfall.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waterfall moves back and makes a gorge.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WATERFALL AND GORGE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waterfall over many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WATERFALL AND GORGE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moves back and leaves a gorge.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Work of Rivers on the Landscape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The Upper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the Upper Course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upper course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slope is steep because the river is near its source in the highlands.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flows fast and is noisy.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the Upper Course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cuts down into its bed by vertical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Upper Course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upper course has the following landforms: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V-shaped valley: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narrow valley with steep sides.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Interlocking spurs: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hills around which the river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Upper Course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forms where a river falls over a band of hard rock lying on soft rock.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Gorge: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deep, narrow valley formed as a waterfall moves back.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Rapids and potholes: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where fast water flows over and swirls on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Upper Course</a:t>
            </a:r>
            <a:endParaRPr lang="en-US" sz="3600" dirty="0"/>
          </a:p>
        </p:txBody>
      </p:sp>
      <p:pic>
        <p:nvPicPr>
          <p:cNvPr id="4" name="Image 0" descr="/home/claude/f4/img/v2/waterfall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formation of a waterfall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work of a river in its upper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cuts down (vertical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gorge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waterfall moves back and leaves a deep, narrow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upper course, the valley is ______-shaped.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river falling over a cliff forms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deep valley below a waterfall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Stand on the Benue Bridge in Garoua or look at a photo of it. Draw the river and its bends, and mark where the water seems fastest.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The Middle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chute d'eau / la cascade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gorge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Rapids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rapides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Pothole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marmite de géant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L'éperon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V-shaped valley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vallée en V</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Plunge pool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fosse de plongée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Hard 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dure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19: The Upper Course of a River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characteristics and processes of the upper course. Explain the formation of the landforms of the upper course. Give examples of these landforms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landforms of the upper course, such as waterfalls and gorges, and to explain their value and dangers.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Characteristics of the Upper Course; Landforms of the Upper Course.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Stand on the Benue Bridge in Garoua or look at a photo of it. Draw the river and its bends, and mark where the water seems fastest.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V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Vina Falls near Ngaoundéré.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hard rock on top of soft rock.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“Ekom-Nkam waterfall” by jbdodane, CC BY-NC 2.0, via Flickr (https://www.flickr.com/photos/27998473@N02/11291226526)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2026-09-27T10:04:53Z</dcterms:created>
  <dcterms:modified xsi:type="dcterms:W3CDTF">2026-09-27T10:04:53Z</dcterms:modified>
</cp:coreProperties>
</file>