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27: Semi-Arid and Desert Landscapes.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Hot Desert Landscapes: Wind Action and Human Adaptation.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Hot Desert Landscapes: Wind Action and Human Adaptation. The key notions we shall use today are: rock pedestal, zeugen, yardangs, inselbergs. At the end, you should be able to do this: learners are able to locate the hot deserts of Africa on a map and recognise rocks and walls worn by the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26: Impact of Wave Action on Human Development along Coastal Areas. The question was: On a map of Africa in your atlas, find the Sahara, the Sahel and the Kalahari. Write in which part of Africa each one is located.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Sahara is in North Africa; the Sahel is a belt south of the Sahara, from Senegal to Sudan (including the Far North of Cameroon); the Kalahari is in Southern Africa (Botswana).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main hot deserts and the semi-arid Sahel on a map of Africa. Number 2: describe the three processes of wind erosion: deflation, abrasion and attrition. Number 3: explain the formation of rock pedestals, zeugen, yardangs and inselbergs.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and waves are agents of erosion: they wear away, transport and deposit material. Waves erode the coast and form cliffs, caves, arches and stacks. Today, we study another agent of erosion: the wind, in dry areas.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the Harmattan, Moussa sees that the old wall of his compound is worn near the ground, but the top is still smooth. The worn side faces the north-east, where the Harmattan comes from.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does not know how the wind wore away the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part of the wall is worn?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bottom, facing the north-east.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protect the wall?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hedge or trees that stop the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dry lands from wind erosion by planting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wind shapes rocks in dry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hot deserts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largest hot desert. Which dry belt lies south of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Sahara. The Sahel lies south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wind throws sand against a rock.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rock worn more at the bottom?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wind carries most sand near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rock worn by the wind.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This rock is narrow at the bottom and wide at the top.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rock pedestal (mushroom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of Semi-arid Areas and Hot Deserts in Africa. Dry lands in Africa are located as follows. On this slide we have Semi-arid region and The Sahara.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of Semi-arid Areas and Hot Deserts in Africa. On this slide we have The Kalahari and the Namib and The Sahel.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hot deserts.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Erosional Processes of Wind. Wind erodes the land through the following processes. On this slide we have Deflation and Abrasion.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Erosional Processes of Wind. On this slide we have Attrition.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Erosional Features. Wind erosion forms the following features. On this slide we have Rock pedestal and Zeugen.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Erosional Features. On this slide we have Yardangs and Inselberg.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rock pedestal.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abrasion?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wearing of rocks by sand thrown by the wind.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a rock pedestal narrow at the bottom?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wind throws most sand near the ground.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deflation; number 2, pedestal; number 3, inselberg.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After the next windy day, look around your compound. Find a place where sand or dust has piled up, for example behind a wall, a stone or a bush, and write down why you think it collected there.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28: Depositional Features of Wind Action.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27: SEMI-ARID AND DESERT LANDSCAPES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Semi-Arid and Desert Landscapes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Hot Desert Landscapes: Wind Action and Human 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Hot Desert Landscapes: Wind Action and Human Adaptation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27: Semi-Arid and Desert Landscapes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Rock pedestal, zeugen, yardangs, inselbergs.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semi-arid areas and hot deserts in Africa; main erosional processes of wind; erosional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the hot deserts of Africa on a map and recognise rocks and walls worn by the wind.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26: Impact of Wave Action on Human Development along Coastal Areas):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the Sahara, the Sahel and the Kalahari. Write in which part of Africa each one is located.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is in North Africa; the Sahel is a belt south of the Sahara, from Senegal to Sudan (including the Far North of Cameroon); the Kalahari is in Southern Africa (Botswana).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main hot deserts and the semi-arid Sahel on a map of Africa.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three processes of wind erosion: deflation, abrasion and attrition.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rock pedestals, zeugen, yardangs and inselbergs.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and waves are agents of erosion: they wear away, transport and deposit material.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Waves erode the coast and form cliffs, caves, arches and stacks.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Today, we study another agent of erosion: the wind,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Harmattan, Moussa sees that the old wall of his compound is worn near the ground, but the top is still smooth. The worn side faces the north-east, where the Harmattan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does not know how the wind wore away the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the wall is worn?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bottom, facing the north-east.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protect the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hedge or trees that stop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dry lands from wind erosion by planting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wind shapes rocks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hot deserts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largest hot desert. Which dry belt lies south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The Sahel lies south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bras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wind throws sand against a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rock worn more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carries most sand near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EROSIONAL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pedest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rock worn by the wind.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EROSIONAL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rock is narrow at the bottom and wide at the top.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EROSIONAL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rock pedestal (mushroom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Hot Desert Landscapes: Wind Action and Human Adaptation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Semi-Arid and Desert Landscapes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Semi-arid Areas and Hot Deserts in Africa</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Dry lands in Africa are located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Semi-arid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region that receives 250 to 500 mm of rain per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Sahara: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largest hot desert in the world, in North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Semi-arid Areas and Hot Deserts in Africa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Kalahari and the Namib: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hot deserts in Southern Africa.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Sahel: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semi-arid belt south of the Sahara that includes the Far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Semi-arid Areas and Hot Deserts in Africa</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hot deserts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Processes of Wind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 erodes the land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removal of loose sand and dust by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Abrasion: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wearing of rocks by sand thrown by the wind near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Processes of Wind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Attrition: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wearing of sand grains as they hit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Erosional Features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 erosion forms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pedestal: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mushroom-shaped rock worn at its base by abrasion.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Zeugen: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tabular ridges of hard rock resting on soft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Erosional Features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Yardangs: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long ridges of rock lying in the direction of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Inselberg: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isolated steep hill rising from a flat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Erosional Features</a:t>
            </a:r>
            <a:endParaRPr lang="en-US" sz="3600" dirty="0"/>
          </a:p>
        </p:txBody>
      </p:sp>
      <p:pic>
        <p:nvPicPr>
          <p:cNvPr id="4" name="Image 0" descr="/home/claude/f4/img/v2/abrasion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rock pedestal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abrasion?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wearing of rocks by sand thrown by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rock pedestal narrow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throws most sand near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removal of loose sand by wind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mushroom-shaped rock is a rock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lonely hill on a flat plain is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next windy day, look around your compound. Find a place where sand or dust has piled up, for example behind a wall, a stone or a bush, and write down why you think it collected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Depositional Features of Wind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Semi-arid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Semi-aride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éolienne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Abrasion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corrasion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 pedestal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rocher-champignon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Inselberg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L'inselberg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crête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27: Semi-Arid and Desert Landscapes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main hot deserts and the semi-arid Sahel on a map of Africa. Describe the three processes of wind erosion: deflation, abrasion and attrition. Explain the formation of rock pedestals, zeugen, yardangs and inselbergs.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the hot deserts of Africa on a map and recognise rocks and walls worn by the wind.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of Semi-arid Areas and Hot Deserts in Africa; Erosional Processes of Wind; Erosional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After the next windy day, look around your compound. Find a place where sand or dust has piled up, for example behind a wall, a stone or a bush, and write down why you think it collected there.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Africa with the Sahara and the Sahel.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example of Moussa's wall.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mushroom-shaped rock.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 — Lesson 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Lesson 27 (f4.docx).</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Climate data for Garoua: Weather Spark; Mont Tinguelin: Wikipédia (fr).</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“Stone Mushroom in White Desert. Qasr. Al-Farafra. Egypt. Free Stock Ph” by SkilledAdventurer, CC BY 2.0, via Flickr (https://www.flickr.com/photos/140589650@N06/26810236588)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2026-09-27T10:04:54Z</dcterms:created>
  <dcterms:modified xsi:type="dcterms:W3CDTF">2026-09-27T10:04:54Z</dcterms:modified>
</cp:coreProperties>
</file>