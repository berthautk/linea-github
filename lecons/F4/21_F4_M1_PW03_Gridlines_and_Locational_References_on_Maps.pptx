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Gridlines and Locational References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grid line, easting, northing, four-figure reference, six-figure reference. At the end, you should be able to do this: learners are able to give four- and six-figure grid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Conventional Signs and Symbols on Ordnance Survey Maps. The question was: Draw ten conventional signs and write what each represents.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road (red line), railway (line with bars), river (blue line), bridge, hut (black square), church (cross), school, forest (tree symbols), swamp (blue tufts), spot height (dot with number).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eastings and northings. Number 2: give four-figure grid references for areas. Number 3: give six-figure grid references for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have grid lines. Latitude and longitude locate places. Numbers are written along map edges.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map exercise, the teacher asks the class to locate a church using the numbers along the edges of the map. Many learners write the numbers in the wrong order.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cannot give grid references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vertical lines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is written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Eastings, then northings.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remember: "along the corridor, then up the stairs" — eastings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locate features precisely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eastings and northings.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eastings and northings.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Eastings are vertical lines numbered from west to east; northings are horizontal lines numbered from south to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four-figure reference.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is a four-figure reference given?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Easting of the left side of the square, then northing of the bottom side, e.g. 2345.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six-figure reference.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a six-figure reference given?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Easting + tenths of the square, then northing + tenths, e.g. 234 456.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map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a six-figure reference more precise than a four-figure 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locates a point within one-tenth of a square, not a whole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settlements on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reference is used for a village and which for a church?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Four-figure for an area such as a village; six-figure for a point such as a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Eastings and Northings.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Four-figure Grid References. Four-figure references locate areas as follows. On this slide we have Method 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Six-figure Grid References. Six-figure references locate points as follows. On this slide we have Method 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Six-figure Grid References. On this slide we have Rule.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grid references.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comes first in a grid reference?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easting.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six-figure reference used for?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locate a point.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eastings; number 2, northings; number 3,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extract, give the four-figure reference of a village and the six-figure reference of a church.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Directions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3: GRIDLINES AND LOCATIONAL REFERENCES ON MAPS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Gridlines and Locational References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Gridlines and Locational References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Grid line, easting, northing, four-figure reference, six-figure reference.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presentation of gridlines (eastings and northings); four-figure (areas) and six-figure (points) grid references.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give four- and six-figure grid references.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Conventional Signs and Symbols on Ordnance Survey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ten conventional signs and write what each represents.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road (red line), railway (line with bars), river (blue line), bridge, hut (black square), church (cross), school, forest (tree symbols), swamp (blue tufts), spot height (dot with number).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eastings and northings.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four-figure grid references for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six-figure grid references for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have grid lines.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 and longitude locate places.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Numbers are written along map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map exercise, the teacher asks the class to locate a church using the numbers along the edges of the map. Many learners write the numbers in the wrong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cannot give grid references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vertical lines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written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Eastings, then northings.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Remember: "along the corridor, then up the stairs" — eastings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locate features precisely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GRIDLINES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Eastings and northings.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GRIDLINES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eastings and northings.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GRIDLINES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Eastings are vertical lines numbered from west to east; northings are horizontal lines numbered from south to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FOUR-FIGURE REFERENCE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four-figure reference.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FOUR-FIGURE REFERENCE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four-figure reference given?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FOUR-FIGURE REFERENCE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 of the left side of the square, then northing of the bottom side, e.g. 2345.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SIX-FIGURE REFERENCE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six-figure reference.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SIX-FIGURE REFERENCE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six-figure reference given?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SIX-FIGURE REFERENCE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 + tenths of the square, then northing + tenths, e.g. 234 456.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po_ba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six-figure reference more precise than a four-figure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locates a point within one-tenth of a square, not a whole square.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sett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reference is used for a village and which for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Four-figure for an area such as a village; six-figure for a point such as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Gridlines and Locational References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vertical grid lines numbered from west to east.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horizontal grid lines numbered from south to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Four-figure Grid 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Four-figure references locate areas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easting of the left side of the square, then the northing of its bottom 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locate areas such as villages, forests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Six-figure Grid 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Six-figure references locate points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the tenths of the square to the easting and then to the northing.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locate points such as churches, bridges and spot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Six-figure Grid 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Eastings are always written before northings.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Six-figure Grid References</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grid references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comes first in a grid reference?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six-figure reference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locate a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Vertical grid lines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Horizontal grid lines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point is located with a ______-figure reference.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give the four-figure reference of a village and the six-figure reference of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Directions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Square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L'abscisse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L'ordonnée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Gridlines and Locational References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eastings and northings. Give four-figure grid references for areas. Give six-figure grid references for points.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give four- and six-figure grid references.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Four-figure Grid References; Six-figure Grid References.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extract, give the four-figure reference of a village and the six-figure reference of a church.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grid.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 on the grid.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divide a square into tenths.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practise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practise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2026-09-28T21:15:01Z</dcterms:created>
  <dcterms:modified xsi:type="dcterms:W3CDTF">2026-09-28T21:15:01Z</dcterms:modified>
</cp:coreProperties>
</file>