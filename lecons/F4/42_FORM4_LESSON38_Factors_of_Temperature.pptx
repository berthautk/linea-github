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38: Factors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Basic Notions of Climate. The key notions we shall use today are: weather and climate. At the end, you should be able to do this: learners are able to explain why one place is hotter or cooler than another, and to choose shade, trees and building materials that reduce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37: Local Winds. The question was: Compare the temperature of Garoua with that of Ngaoundéré (ask an adult who has travelled there). Write one sentence to say which town is cooler and one possible reason.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Ngaoundéré is cooler than Garoua because it is at a higher altitude (about 1,100 m against about 200 m): temperature falls with height.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main factors that affect temperature. Number 2: explain how each factor makes a place hotter or cooler. Number 3: use these factors to compare temperatures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Local winds are caused by unequal heating of land and sea, or slopes and valleys. Land heats and cools faster than water. Temperature falls with height in the troposphere.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 travels from Garoua to Ngaoundéré. In Garoua, it is 35 °C. In Ngaoundéré, in the evening, he needs a sweater. The two towns are not far apart.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 does not know why Ngaoundéré is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difference between the two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Ngaoundéré is high (1,212 m); Garoua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temperature with height?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to make our towns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why temperatures change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sun rays at the Equator and near the poles.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it hotter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rays are direct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Kilimanjaro, near the Equator, has snow on top.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a mountain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very high. Temperature falls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people and animals near a big shady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it cooler under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leaves stop the sun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Latitude and Altitude. Latitude and altitude affect temperature as follows. On this slide we have Latitude.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Latitude and Altitude. On this slide we have Altitude.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Sun's rays and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Factors of Temperature. Temperature is also affected by the following factors. On this slide we have Cloud cover and Air masses and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Factors of Temperature. On this slide we have Distance from the sea and ocean currents and Vegetation and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Ngaoundéré cooler than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higher (altitude).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Douala's temperature range small?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near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altitude; number 2, direct; number 3,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a little water in a bowl in the sun in the morning. In the evening, check how much water is left and write where you think the missing water went.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39: The Hydrological Cycle.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38: FACTORS OF TEMPERATURE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Notions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38: Factors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Factors of temperature: latitude, altitude, cloud cover, air masses, ocean currents, vegetation, human activities, etc.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one place is hotter or cooler than another, and to choose shade, trees and building materials that reduce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37: Local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Garoua with that of Ngaoundéré (ask an adult who has travelled there). Write one sentence to say which town is cooler and one possible reason.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Ngaoundéré is cooler than Garoua because it is at a higher altitude (about 1,100 m against about 200 m):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factors that affect temperature.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each factor makes a place hotter or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these factors to compare temperatures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Local winds are caused by unequal heating of land and sea, or slopes and valleys.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and cools faster than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travels from Garoua to Ngaoundéré. In Garoua, it is 35 °C. In Ngaoundéré, in the evening, he needs a sweater. The two towns are not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does not know why Ngaoundéré is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Ngaoundéré is high (1,212 m); Garoua is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temperature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to make our towns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why temperatures change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Sun rays at the Equator and near the poles.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hotter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rays are direct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ALTITUDE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Kilimanjaro, near the Equator, has snow on top.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a mountain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high.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and animals near a big shady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under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leaves stop the sun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Notions of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 and Altitude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Latitude and altitude affect temperature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near the Equator receive direct rays and are hot, while places near the poles receive slanting rays and are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 and Altitude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for every 1,000 m of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 and Altitude</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Sun's rays and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Factors of Temperature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is also affected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make days cooler and nights warmer.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bring the temperature of the places they come from, like the dry and cool Harmattan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Factors of Temperature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and 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keeps coastal towns like Douala mild with a small range, and cold currents cool coasts.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and 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cool the air, while towns with concrete and cars are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Ngaoundéré cooler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higher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Douala's temperature range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when ______ increases.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the Equator, the sun rays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Places near the sea have a ______ temperature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little water in a bowl in the sun in the morning. In the evening, check how much water is left and write where you think the missing water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nébulosité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L'îlot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38: Factors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main factors that affect temperature. Explain how each factor makes a place hotter or cooler. Use these factors to compare temperatures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one place is hotter or cooler than another, and to choose shade, trees and building materials that reduce heat.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Latitude and Altitude; Other Factors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a little water in a bowl in the sun in the morning. In the evening, check how much water is left and write where you think the missing water went.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shine a torch straight and then at an angle on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they rest at midday.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normals of Garoua, Maroua, Ngaoundéré and Douala (via Wikipedia climate tables: NOAA, WMO).</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