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drainage, watershed, drainage basin, river system. At the end, you should be able to do this: learners are able to locate the drainage basins of Cameroon and describe their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The Relief of Cameroon. The question was: Draw a sketch map of the main relief units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Western Highlands with Mount Cameroon, the Adamawa Plateau, the Mandara Mountains, the South Cameroon Plateau, the coastal lowlands, the Benue lowland and the Chad 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principal watersheds. Number 2: locate the four drainage basins. Number 3: describe the characteristics of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Benue flows through Garoua. Rivers flow from high to low land. The Adamawa Plateau is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Salif sees that the Benue at Garoua flows west to Nigeria, while the Sanaga flows to the Atlantic near Edéa. He wonders why the rivers of Cameroon flow in different directions.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why rivers flow in different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to Nigeria and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separates the river systems?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Watersheds (high land such as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rivers and river banks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main watershed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from which rivers flow north and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rivers of the Atlantic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Sanaga and the Nyong (also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basin does the Benue belong 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Chad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river of the Chad basin and one of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Chad basin: the Logone (also Chari). Congo basin: the Sangha (also Dja, Kadéï).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rivers of Cameroon good for hydro-electricity but poor for navigation?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waterfalls and rapids, and low water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Watershed and Drainage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Principal Watersheds and Drainage Basins. Cameroon has four drainage basins. On this slide we have Atlantic basin and Niger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Principal Watersheds and Drainage Basins. On this slide we have Chad basin and Congo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Drainage Characteristics. The rivers of Cameroon have the following characteristics. On this slide we have Watersheds and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Drainage Characteristics. On this slide we have Waterfalls and rapids.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Niger, Chad and Congo.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land separating two drainage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draw the four drainage basins and one river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watershed, drainage basin, river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Principal watersheds; main drainage basins; main drainage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The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Western Highlands with Mount Cameroon, the Adamawa Plateau, the Mandara Mountains, the South Cameroon Plateau, the coastal lowlands, the Benue lowland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principal watersheds.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four drainage basins.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sees that the Benue at Garoua flows west to Nigeria, while the Sanaga flows to the Atlantic near Edéa. He wonders why the rivers of Cameroon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why rivers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to Nigeria and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river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Watersheds (high land such as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rivers and river banks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from which rivers flow north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rivers of the Atlantic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and the Nyong (also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basin does the Benue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river of the Chad basin and one of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basin: the Logone (also Chari). Congo basin: the Sangha (also Dja, Kadéï).</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rivers of Cameroon good for hydro-electricity but poor for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waterfalls and rapids, and low water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land that separates two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Atlantic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Nyong and Wouri flow to the Atlantic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Faro and Mayo Kébbi flow to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flow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Congo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Dja and Kadéï flow to the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rivers of Cameroon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and the Western Highlands are the main watersheds.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full in the rainy season and low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Waterfalls and rapids: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favour hydro-electricity but limit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Niger, Chad and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separating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belongs to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Logone flows to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principal watersheds. Locate the four drainage basins. Describe the characteristics of the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Principal Watersheds and Drainage Basins; Main Drainage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draw the four drainage basins and one river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plateau and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follow the Benue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2026-10-02T05:13:25Z</dcterms:created>
  <dcterms:modified xsi:type="dcterms:W3CDTF">2026-10-02T05:13:25Z</dcterms:modified>
</cp:coreProperties>
</file>