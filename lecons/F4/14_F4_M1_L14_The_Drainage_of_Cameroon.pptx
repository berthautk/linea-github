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drainage, watershed, drainage basin, river system. At the end, you should be able to do this: learners are able to locate the drainage basins of Cameroon and describe their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The Relief of Cameroon. The question was: Draw a sketch map of the main relief units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the Western Highlands with Mount Cameroon, the Adamawa Plateau, the Mandara Mountains, the South Cameroon Plateau, the coastal lowlands, the Benue lowland and the Chad Plain.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principal watersheds. Number 2: locate the four drainage basins. Number 3: describe the characteristics of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Benue flows through Garoua. Rivers flow from high to low land. The Adamawa Plateau is in the centre.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Salif sees that the Benue at Garoua flows west to Nigeria, while the Sanaga flows to the Atlantic near Edéa. He wonders why the rivers of Cameroon flow in different directions.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why rivers flow in different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West to Nigeria and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separates the river systems?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Watersheds (high land such as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rivers and river banks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Cameroon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drainage basins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main watershed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from which rivers flow north and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rivers of the Atlantic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Sanaga and the Nyong (also the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basin does the Benue belong 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Chad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river of the Chad basin and one of the Congo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Chad basin: the Logone (also Chari). Congo basin: the Sangha (also Dja, Kadéï).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rivers of Cameroon good for hydro-electricity but poor for navigation?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many waterfalls and rapids, and low water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Watershed and Drainage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Principal Watersheds and Drainage Basins. Cameroon has four drainage basins. On this slide we have Atlantic basin and Niger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Principal Watersheds and Drainage Basins. On this slide we have Chad basin and Congo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Drainage Characteristics. The rivers of Cameroon have the following characteristics. On this slide we have Watersheds and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Drainage Characteristics.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Niger, Chad and Congo.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watershed?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land separating two drainage basins.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Sanaga; number 2, Niger;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Cameroon, draw the four drainage basins and one river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watershed, drainage basin, river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Principal watersheds; main drainage basins; main drainage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of Cameroon and describe their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The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main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the Western Highlands with Mount Cameroon, the Adamawa Plateau, the Mandara Mountains, the South Cameroon Plateau, the coastal lowlands, the Benue lowland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principal watersheds.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four drainage basins.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high to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sees that the Benue at Garoua flows west to Nigeria, while the Sanaga flows to the Atlantic near Edéa. He wonders why the rivers of Cameroon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why rivers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to Nigeria and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separates the river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Watersheds (high land such as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rivers and river banks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Cameroon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watershed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from which rivers flow north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rivers of the Atlantic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and the Nyong (also the Wouri).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basin does the Benue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river of the Chad basin and one of the Congo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basin: the Logone (also Chari). Congo basin: the Sangha (also Dja, Kadéï).</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rivers of Cameroon good for hydro-electricity but poor for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waterfalls and rapids, and low water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land that separates two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drained by a river and its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four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Atlantic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Nyong and Wouri flow to the Atlantic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Faro and Mayo Kébbi flow to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Chad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Logone and Chari flow to Lake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Congo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Dja and Kadéï flow to the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Drainage Characteristics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rivers of Cameroon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and the Western Highlands are the main watersheds.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full in the rainy season and low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Drainage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Waterfalls and rapids favour hydro-electricity but limit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Niger, Chad and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land separating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belongs to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Logone flows to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draw the four drainage basins and one river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principal watersheds. Locate the four drainage basins. Describe the characteristics of the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of Cameroon and describe their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Principal Watersheds and Drainage Basins; Main Drainage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Cameroon, draw the four drainage basins and one river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plateau and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follow the Benue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dams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2026-09-27T14:07:39Z</dcterms:created>
  <dcterms:modified xsi:type="dcterms:W3CDTF">2026-09-27T14:07:39Z</dcterms:modified>
</cp:coreProperties>
</file>