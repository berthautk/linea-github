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The Drainage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Physical Geography of Cameroon, and the sub-topic is Background of Cameroon. The key notions we shall use today are: drainage, watershed, drainage basin, river system. At the end, you should be able to do this: learners are able to locate the drainage basins of Cameroon and describe their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The Relief of Cameroon. The question was: Draw a sketch map of the main relief units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sketch shows the Western Highlands with Mount Cameroon, the Adamawa Plateau, the Mandara Mountains, the South Cameroon Plateau, the coastal lowlands, the Benue lowland and the Chad Plain.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principal watersheds. Number 2: locate the four drainage basins. Number 3: describe the characteristics of the 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Benue flows through Garoua. Rivers flow from high to low land. The Adamawa Plateau is in the centre.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Salif sees that the Benue at Garoua flows west to Nigeria, while the Sanaga flows to the Atlantic near Edéa. He wonders why the rivers of Cameroon flow in different directions.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Salif does not know why rivers flow in different directions.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Benue flow?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West to Nigeria and the Niger.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separates the river systems?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Watersheds (high land such as the Adamawa Plateau).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rivers and river banks from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rivers of Cameroon and their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drainage basins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main watershed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Adamawa Plateau, from which rivers flow north and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the Sanaga at Nachtigal.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two rivers of the Atlantic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Sanaga and the Nyong (also the Wouri).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Benue.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basin does the Benue belong to?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Niger basin.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lake Chad over time.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river of the Chad basin and one of the Congo basin.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Chad basin: the Logone (also Chari). Congo basin: the Sangha (also Dja, Kadéï).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rivers of Cameroon good for hydro-electricity but poor for navigation?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have many waterfalls and rapids, and low water in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Watershed and Drainage basin.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Principal Watersheds and Drainage Basins. Cameroon has four drainage basins. On this slide we have Atlantic basin and Niger basin.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Principal Watersheds and Drainage Basins. On this slide we have Chad basin and Congo basin.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drainage basins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Drainage Characteristics. The characteristics and uses of the rivers of Cameroon are the following. On this slide we have Watersheds and Regime.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Main Drainage Characteristics.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drainage basins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atlantic, Niger, Chad and Congo.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watershed?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 land separating two drainage basins.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Sanaga; number 2, Niger; number 3, Chad.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On a map of Cameroon, draw the four drainage basins and one river in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15: The Climate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THE DRAINAGE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Drainage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Physical 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Background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The Drainage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Drainage, watershed, drainage basin, river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Principal watersheds; main drainage basins; main drainage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locate the drainage basins of Cameroon and describe their rivers.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The Relief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main relief units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sketch shows the Western Highlands with Mount Cameroon, the Adamawa Plateau, the Mandara Mountains, the South Cameroon Plateau, the coastal lowlands, the Benue lowland and the Chad Plain.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principal watersheds.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four drainage basins.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of the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Benue flows through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Rivers flow from high to low land.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Adamawa Plateau is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Salif sees that the Benue at Garoua flows west to Nigeria, while the Sanaga flows to the Atlantic near Edéa. He wonders why the rivers of Cameroon flow in different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Salif does not know why rivers flow in different directions.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Benue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West to Nigeria and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separates the river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Watersheds (high land such as the Adamawa Plateau).</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rivers and river banks from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rivers of Cameroon and their 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WATERSHEDS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drainage basins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WATERSHEDS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main watershed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WATERSHEDS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from which rivers flow north and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ATLANTIC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Nachtigal.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ATLANTIC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rivers of the Atlantic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ATLANTIC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and the Nyong (also the Wouri).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NIGER BASIN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benu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Benue.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NIGER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basin does the Benue belong to?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NIGER BASIN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Niger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CHAD AND CONGO BASINS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ake_ch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Chad over time.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CHAD AND CONGO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river of the Chad basin and one of the Congo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CHAD AND CONGO BASINS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Chad basin: the Logone (also Chari). Congo basin: the Sangha (also Dja, Kadéï).</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rivers of Cameroon good for hydro-electricity but poor for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many waterfalls and rapids, and low water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Physical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Background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The Drainage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high land that separates two drainage basins.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area drained by a river and its tributaries.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Principal Watersheds and Drainage Basins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four drainage basins: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Atlantic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Sanaga, Nyong and Wouri flow to the Atlantic Ocean.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Niger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Benue, Faro and Mayo Kébbi flow to the Niger.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Principal Watersheds and Drainage Basins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Chad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Logone and Chari flow to Lake Chad.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Congo basin: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Sangha, Dja and Kadéï flow to the Congo.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Principal Watersheds and Drainage Basins</a:t>
            </a:r>
            <a:endParaRPr lang="en-US" sz="3600" dirty="0"/>
          </a:p>
        </p:txBody>
      </p:sp>
      <p:pic>
        <p:nvPicPr>
          <p:cNvPr id="4" name="Image 0" descr="/home/claude/f4/img/v2/cameroon_drainag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drainage basins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Drainage Characteristics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characteristics and uses of the rivers of Cameroon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Watersheds: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Plateau and the Western Highlands are the main watersheds.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are full in the rainy season and low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Main Drainage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Waterfalls and rapids favour hydro-electricity but limit navigation.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drainage basins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Atlantic, Niger, Chad and Congo.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watershed?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 land separating two drainage basins.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longest river of Cameroon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Benue belongs to the ______ basin.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Logone flows to Lake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map of Cameroon, draw the four drainage basins and one river in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15: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Drainage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L'hydrographie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Watershed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ligne de partage des eaux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bassin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River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Tributary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L'affluent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chute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Physical 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The Drainage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principal watersheds. Locate the four drainage basins. Describe the characteristics of the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locate the drainage basins of Cameroon and describe their rivers.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Principal Watersheds and Drainage Basins; Main Drainage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On a map of Cameroon, draw the four drainage basins and one river in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plateau and arrows.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follow the Benue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dams of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“Niamey, Niger” by LenDog64, CC BY-ND 2.0, via Flickr (https://www.flickr.com/photos/45968460@N03/4422209893)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“Lake Chad: almost gone” by GRIDArendal, CC BY-NC-SA 2.0, via Flickr (https://www.flickr.com/photos/148768555@N05/32323646926)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2026-09-28T21:15:00Z</dcterms:created>
  <dcterms:modified xsi:type="dcterms:W3CDTF">2026-09-28T21:15:00Z</dcterms:modified>
</cp:coreProperties>
</file>