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Our Planet, the Earth: Size, Shape and Proofs.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The Earth as a Planet of the Solar System.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The Earth as a Planet of the Solar System. The key notions we shall use today are: sphere, oblate spheroid, circumference, diameter, horizon. At the end, you should be able to do this: learners are able to explain, with everyday observations, why the Earth is round and to give its main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size of the Earth: its circumferences and diameters. Number 2: describe the true shape of the Earth (an oblate spheroid). Number 3: explain at least four proofs that the Earth 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one of the eight planets of the solar system. The Earth moves around the Sun. We live on the surface of the Earth, which is made of land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long, straight road, Aïcha sees a lorry coming from far away. First, she sees only the top of the lorry. Then she sees the whole lorry. Her brother says, "The Earth is flat."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Aïcha cannot explain why she saw the top of the lorry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 of the lorry did she see first?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She saw the top of the lorry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she show her brother that the Earth is round?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She can show him a globe and photos of the Earth from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everyday observations to show that the Earth is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size and the shape of our planet.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Earth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Look at the photo. What is the shape of the Earth?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is round, like a 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a ship sails away from the coast.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part of the ship disappears first?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bottom of the ship disappears first, because the ship goes over the curve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eclipse of the Moon: the Moon is inside the shadow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During an eclipse, the edge of the shadow of the Earth on the Moon is always curved. What does this prove?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Earth is round. Only a round object gives a round shadow.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Planet and Oblate spheroid.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Size of the Earth. The main measurements of the Earth are the following. On this slide we have Equatorial circumference.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of the Earth. On this slide we have Polar circumference and Equatorial diameter.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Shape of the Earth. The true shape of the Earth is described as follows. On this slide we have Oblate spheroid.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shape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Proofs of the Shape of the Earth. The following observations prove that the Earth is round. On this slide we have The ship at sea and The eclipse of the Moon.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Proofs of the Shape of the Earth. On this slide we have Photos from space and Travel around the world.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shape of the Earth?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an oblate spheroid.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proofs that the Earth is round.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ship at sea and the round shadow of the Earth on the Moon.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poles; number 2, Equator; number 3,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Moon on three different evenings this week. Draw its shape each time and write the date under each drawing.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The Universe and the Moon.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 OUR PLANET, THE EARTH: SIZE, SHAPE AND PROOFS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gif"/><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Our Planet, the Earth: Size, Shape and Proofs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The Earth as a Planet of the Solar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Our Planet, the Earth: Size, Shape and Proofs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Sphere, oblate spheroid, circumference, diameter, horizon.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Size of the Earth; shape of the Earth; proofs of the shape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with everyday observations, why the Earth is round and to give its main measurements.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size of the Earth: its circumferences and diameters.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true shape of the Earth (an oblate spheroid).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at least four proofs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eight planets of the solar system.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moves around the Sun.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live on the surface of the Earth, which is made of land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long, straight road, Aïcha sees a lorry coming from far away. First, she sees only the top of the lorry. Then she sees the whole lorry. Her brother says, "The Earth is flat."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Aïcha cannot explain why she saw the top of the lorry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lorry did she see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saw the top of the lorry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she show her brother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can show him a globe and photos of the Earth from space.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everyday observations to show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size and the shape of our planet.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Earth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photo. What is the shape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 OF THE EARTH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round, like a ball.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hip_sailing.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ship sails away from the coast.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ship disappears first?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bottom of the ship disappears first, because the ship goes over the curve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unar_eclip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eclipse of the Moon: the Moon is inside the shadow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an eclipse, the edge of the shadow of the Earth on the Moon is always curved. What does this 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PROOFS OF THE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round. Only a round object gives a round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as a Planet of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Our Planet, the Earth: Size, Shape and Proofs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Planet: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body that moves around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Oblate spheroid: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ball that is flat at the poles and wider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of the Earth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measurements of the Earth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circumference: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around the Equator, which is about 40,075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of the Earth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circumference: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around the Earth through the poles, which is about 40,008 km.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diameter: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distance through the centre of the Earth at the Equator, which is about 12,756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 of the Earth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true shape of the Earth is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Oblate spheroid: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Earth is round, slightly flattened at the poles and bulging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Shape of the Earth</a:t>
            </a:r>
            <a:endParaRPr lang="en-US" sz="3600" dirty="0"/>
          </a:p>
        </p:txBody>
      </p:sp>
      <p:pic>
        <p:nvPicPr>
          <p:cNvPr id="4" name="Image 0" descr="/home/claude/f4/img/v2/earth_shap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shape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of the Shape of the Earth</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following observations prove that the Earth is 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ship at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 ship sails away, its bottom disappears first and its top last.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eclipse of the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shadow of the Earth on the Moon is always curved.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Proofs of the Shape of the Earth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Photos from space: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 taken from space show that the Earth is 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Travel around the world: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traveller who goes always in one direction comes back to the starting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shape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oblate spheroid.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proofs that the Earth is 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ship at sea and the round shadow of the Earth on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is flat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Earth is wider at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shadow of the Earth on the Moon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Moon on three different evenings this week. Draw its shape each time and write the date under each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The Universe and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planète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Circumference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circonférence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Diameter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L'horizon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Proof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Our Planet, the Earth: Size, Shape and Proofs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size of the Earth: its circumferences and diameters. Describe the true shape of the Earth (an oblate spheroid). Explain at least four proofs that the Earth is round.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with everyday observations, why the Earth is round and to give its main measurements.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Size of the Earth; Shape of the Earth; Proofs of the Shape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Moon on three different evenings this week. Draw its shape each time and write the date under each drawing.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Figures: equatorial circumference 40,075 km; polar 40,008 km; equatorial diameter 12,756 km; polar 12,714 km.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globe or a ball.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three ships going down behind a curved line and ask the question.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hold a ball in front of a torch: its shadow on the wall is round.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“Medio de la totalidad eclipse Luna 21 enero 2019” by StarryEarth, CC BY-NC 2.0, via Flickr (https://www.flickr.com/photos/65131760@N06/46777562672)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2026-09-27T10:04:50Z</dcterms:created>
  <dcterms:modified xsi:type="dcterms:W3CDTF">2026-09-27T10:04:50Z</dcterms:modified>
</cp:coreProperties>
</file>