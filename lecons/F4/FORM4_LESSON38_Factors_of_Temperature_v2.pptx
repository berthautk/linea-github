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38: Factors of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comparison of Garoua and Ngaoundéré.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shine a torch straight and then at an angle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Garoua and Ngaoundéré.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they rest at midday.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altitude 2. direct 3. small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of Temperature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Notions of Climate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38: Factors of Temperature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and climate.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of temperature: latitude, altitude, cloud cover, air masses, ocean currents, vegetation, human activities, etc.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one place is hotter or cooler than another, and to choose shade, trees and building materials that reduce heat.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factors that affect temperature.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each factor makes a place hotter or cooler.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factors to compare temperatures in Cameroon.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winds are caused by unequal heating of land and sea, or slopes and valleys.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heats and cools faster than water.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with height in the troposphere.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Oumar travels from Garoua to Ngaoundéré. In Garoua, it is 35 °C. In Ngaoundéré, in the evening, he needs a sweater. The two towns are not far apart.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Oumar does not know why Ngaoundéré is cooler.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the two towns?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Ngaoundéré is high (1,212 m); Garoua is low.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temperature with height?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falls.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why temperatures change from place to place.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un_ray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 rays at the Equator and near the poles.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hotter near the Equator?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rays are direct there.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ALTITUDE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kilimanja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Kilimanjaro, near the Equator, has snow on top.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ALTITUDE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there snow on a mountain near the Equator?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ALTITUDE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very high. Temperature falls with height.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cattle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and animals near a big shady tree.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cooler under trees?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leaves stop the sun rays.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Factors of Temperature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Basic Notions of Climate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38: Factors of Temperature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distance from the Equator.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height above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Latitude and Altitude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Latitude: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rays at the Equator: hot.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Altitude: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6.5 °C less every 1,000 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Latitude and Altitude (2/2)</a:t>
            </a:r>
            <a:endParaRPr lang="en-US" sz="3600" dirty="0"/>
          </a:p>
        </p:txBody>
      </p:sp>
      <p:pic>
        <p:nvPicPr>
          <p:cNvPr id="13" name="Image 0" descr="/home/claude/f4/img/v2/sun_ray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sun rays.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Clouds: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Cooler days, warmer nights.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Winds: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Harmattan is dry and cool at night.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Distance from the sea: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has a small range.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Plants and towns: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cool; towns are hotter.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Ngaoundéré cooler than Garoua?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higher (altitude).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Douala's temperature range small?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near the sea.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falls when ______ increases.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Equator, the sun rays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Places near the sea have a ______ temperature range.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a little water in a bowl in the sun in the morning. In the evening, check how much water is left and write where you think the missing water went.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39: The Hydrological Cycle.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facteur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nébulosité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mass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masse d'air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current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courant marin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végétation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island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L'îlot de chaleur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38: Factors of Temperature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main factors that affect temperature. Explain how each factor makes a place hotter or cooler. Use these factors to compare temperatures in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one place is hotter or cooler than another, and to choose shade, trees and building materials that reduce heat.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Latitude, Altitude; II. Latitude and Altitude: Latitude, Altitude; III. Other Factors: Clouds, Winds, Distance from the sea, Plants and towns.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a little water in a bowl in the sun in the morning. In the evening, check how much water is left and write where you think the missing water went.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normals of Garoua, Maroua, Ngaoundéré and Douala (via Wikipedia climate tables: NOAA, WMO).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“Kilimanjaro” by ian 1602, CC BY-NC 2.0, via Flickr (https://www.flickr.com/photos/98181641@N00/2179855841)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“Acacia Tree” by D-Stanley, CC BY 2.0, via Flickr (https://www.flickr.com/photos/79721788@N00/11527335486)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2026-09-27T04:25:20Z</dcterms:created>
  <dcterms:modified xsi:type="dcterms:W3CDTF">2026-09-27T04:25:20Z</dcterms:modified>
</cp:coreProperties>
</file>