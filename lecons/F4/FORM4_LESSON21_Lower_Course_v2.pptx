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21: The Lower Course of a 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drawings of the Niger or Nile Delta.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flat land along the Benue.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steps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triangle at the mouth of a 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floodplain 2. ox-bow 3. delta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Course of a River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The Work of Rivers on the Landscape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 of Rivers on the Landscape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21: The Lower Course of a River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Levees, ox-bow lakes, deltas, braided channels.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characteristics and processes of the lower course; landforms of the lower course.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landforms made by river deposition and to explain why they are good for farming but exposed to floods.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characteristics and processes of the lower course.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floodplains, levees, ox-bow lakes, deltas and braided channels.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 of these landforms.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 course, meanders form by erosion and deposition.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river carries fine mud in suspension.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 happens where the water is slow.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dry season, Oumar sees many sandbanks in the Benue at Garoua. The water splits into small channels. He wonders where all this sand comes from.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Oumar does not know where the sandbanks come from.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did the river do with its sand?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dropped it (deposition).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river drop its load?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water is slow and there is less water.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landforms of the lower course.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FLOODPLAIN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flood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 land beside a river, covered by flood water.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FLOODPLAIN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flat land is covered by the river in floods. What is it called?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FLOODPLAIN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floodplain.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OX-BOW LAKE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oxbow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an ox-bow lake forms.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OX-BOW LAKE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an ox-bow lake form?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OX-BOW LAKE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cuts through the neck of a meander and leaves the old bend.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DELTA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del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Nile Delta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DELTA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drops its load at the sea. What landform is this?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DELTA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delta.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Lower Course of a River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Work of Rivers on the Landscape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21: The Lower Course of a River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flat part of a river near its mouth.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Floodplain: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flat land covered by floods.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Ox-bow lake: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old meander cut off from the river.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land made by a river at its mouth.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Characteristics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Slope: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Almost flat.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 and wide.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Main work: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drops its load.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Landforms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Floodplain and levees: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Mud is dropped in floods.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Ox-bow lakes: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bends cut off.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Delta: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 the Nile and the Niger.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Braided channels: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Sandbanks split the river.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Landforms (2/2)</a:t>
            </a:r>
            <a:endParaRPr lang="en-US" sz="3600" dirty="0"/>
          </a:p>
        </p:txBody>
      </p:sp>
      <p:pic>
        <p:nvPicPr>
          <p:cNvPr id="13" name="Image 0" descr="/home/claude/f4/img/v2/oxbow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ox-bow lake.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main work of the river in its lower course?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Deposition.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example of a delta.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Nile Delta (or the Niger Delta).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 land covered by floods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old meander cut off is an ______ lake.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made by a river at its mouth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two people who live or farm near the Benue: what are the advantages of the river, and what problems do the floods cause? Write their answers.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22: Man and Floodplain Interactions.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Floodplain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plaine d'inondation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levée / le bourrelet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Ox-bow lake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bras mort / lac en croissant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delta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défluent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Alluvium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L'alluvion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Braided channel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chenal en tresses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L'inondation / la crue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21: The Lower Course of a River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main characteristics and processes of the lower course. Explain the formation of floodplains, levees, ox-bow lakes, deltas and braided channels. Give examples of these landforms.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landforms made by river deposition and to explain why they are good for farming but exposed to floods.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Lower course, Floodplain, Ox-bow lake, Delta; II. Characteristics: Slope, Water, Main work; III. Landforms: Floodplain and levees, Ox-bow lakes, Delta, Braided channels.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two people who live or farm near the Benue: what are the advantages of the river, and what problems do the floods cause? Write their answers.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“20130501-NRCS-LSC-0605” by USDAgov, Public domain 1.0, via Flickr (https://www.flickr.com/photos/41284017@N08/8725089904)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“Egypt” by NASA Goddard Photo and Video, CC BY 2.0, via nasa (https://www.flickr.com/photos/24662369@N07/5635018418)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2026-09-26T10:44:21Z</dcterms:created>
  <dcterms:modified xsi:type="dcterms:W3CDTF">2026-09-26T10:44:21Z</dcterms:modified>
</cp:coreProperties>
</file>