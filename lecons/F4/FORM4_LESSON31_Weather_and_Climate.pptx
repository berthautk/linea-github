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Lst>
  <p:notesMasterIdLst>
    <p:notesMasterId r:id="rId4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notesMaster" Target="notesMasters/notes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31: Weather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3: Weather and Climate — Adaptation to Climatic Excesses. We shall need 50 minutes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The Earth-Atmosphere System, and the sub-topic is Measurement of Weather Elements. The key notions we shall use today are: weather, weather instruments. At the end, you should be able to do this: learners are able to read a simple weather forecast and use it to plan daily activities such as farming or travel.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30: The Atmosphere. The question was: Watch or listen to a weather forecast on television or radio. Write down two pieces of information it gives (for example temperature, rain or wind).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Examples: the forecast gave the temperature (maximum 36 °C in Garoua), the chance of rain (storms in the evening) and the wind (dust-laden Harmattan).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weather and climate and distinguish between them. Number 2: define a weather station. Number 3: name the weather elements with their instruments, units and isolines.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The atmosphere has four layers; weather takes place in the troposphere. Temperature falls with height in the troposphere. The ozone layer protects us from ultraviolet rays.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On Monday morning, it rains in Garoua, so Idrissa takes an umbrella. His cousin in Paris says: "But Garoua has a hot climate. Why do you need an umbrella?"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cousin mixes up weather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What is the weather in Garoua on Monday?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Cloudy and rainy.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What is the climate of Garoua?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Hot, with a wet and a dry season.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follow weather forecasts to plan our activities.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know the difference between weather and climate.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picture: a rainy afternoon.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The condition of the air today is rainy. Is this the weather or the climate?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weather.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a weather station.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What do people do in this place?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They measure the weather every 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instruments that measure the wind.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Which instrument measures wind speed? Which one shows wind direction?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The anemometer (speed); the wind vane (direction).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 and Climate. Weather and climate are defined as follows. On this slide we have Weather and Climate.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Weather Station. The weather station is defined as follows. On this slide we have Weather station.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Weather Elements, Instruments and Isolines. Weather elements are measured and shown as follows. On this slide we have Temperature and Rainfall.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Weather Elements, Instruments and Isolines. On this slide we have Wind and Air pressure.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weather instruments.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What is the difference between weather and climate?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weather is today; climate is the average over about 30 years.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Which instrument measures rainfall?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the rain gauge.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weather; number 2, climate; number 3, anemometer.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Put one bottle of water in the sun and another in the shade for one hour. Touch both and write down which is hotter and why.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32: Weather Elements: Atmospheric Temperatures.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31: WEATHER AND CLIMATE</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31</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Weather and Climate</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3: Weather and Climate — Adaptation to Climatic Excesses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The Earth-Atmosphere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Measurement of Weather Elements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31: Weather and Climate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Weather, weather instruments.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Definition of weather and climate; definition of a weather station; classification of weather elements, instruments and measurements; their isolines.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read a simple weather forecast and use it to plan daily activities such as farming or travel.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30: The Atmosphere):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Watch or listen to a weather forecast on television or radio. Write down two pieces of information it gives (for example temperature, rain or wind).</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Examples: the forecast gave the temperature (maximum 36 °C in Garoua), the chance of rain (storms in the evening) and the wind (dust-laden Harmattan).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weather and climate and distinguish between them.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 weather station.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Name the weather elements with their instruments, units and isolines.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atmosphere has four layers; weather takes place in the troposphere.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Temperature falls with height in the troposphere.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The ozone layer protects us from ultraviolet rays.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On Monday morning, it rains in Garoua, so Idrissa takes an umbrella. His cousin in Paris says: "But Garoua has a hot climate. Why do you need an umbrella?"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cousin mixes up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weather in Garoua on Monday?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Cloudy and rainy.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climate of Garoua?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Hot, with a wet and a dry season.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Follow weather forecasts to plan our activities.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know the difference between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AND CLIMATE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f2t_storm.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rainy afternoon.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AND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condition of the air today is rainy. Is this the weather or the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WEATHER AND CLIMATE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weather.</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WEATHER STATION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4_stevenson.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weather station.</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WEATHER STATION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do people do in this place?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THE WEATHER STATION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They measure the weather every day.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 ELEMENTS AND INSTRUMENTS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f4_anemometer.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Instruments that measure the wind.</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 ELEMENTS AND INSTRUMENTS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instrument measures wind speed? Which one shows wind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WEATHER ELEMENTS AND INSTRUMENTS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anemometer (speed); the wind vane (direction).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Topic: The Earth-Atmosphere System</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Sub-topic: Measurement of Weather Elements</a:t>
            </a:r>
            <a:endParaRPr lang="en-US" sz="4000" dirty="0"/>
          </a:p>
          <a:p>
            <a:pPr algn="l"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31: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Weather and Climate</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 and climate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condition of the atmosphere at a place at a given time.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Climate: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the average weather of a place over a long period of about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The Weather Station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weather station is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Weather station: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place where weather elements are measured and recorded with instruments.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Elements, Instruments and Isolines</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Weather elements are measured and shown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Temperature: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measured with a thermometer in °C and shown by isotherms.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Rainfall: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measured with a rain gauge in mm and shown by isohyets.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Elements, Instruments and Isolines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Wind: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Its direction is shown by a wind vane and its speed is measured with an anemometer.</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Air pressure: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measured with a barometer in millibars and shown by isobars.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3. Weather Elements, Instruments and Isolines</a:t>
            </a:r>
            <a:endParaRPr lang="en-US" sz="3600" dirty="0"/>
          </a:p>
        </p:txBody>
      </p:sp>
      <p:pic>
        <p:nvPicPr>
          <p:cNvPr id="4" name="Image 0" descr="/home/claude/f4/img/v2/instrument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weather instruments</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difference between weather and climate?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Weather is today; climate is the average over about 30 years.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instrument measures rainfall?</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rain gauge.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condition of the air today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The average weather over 30 years is the ______.</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Wind speed is measured with an ______.</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Put one bottle of water in the sun and another in the shade for one hour. Touch both and write down which is hotter and why.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32: Weather Elements: Atmospheric Temperatures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42"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temps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Climate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climat</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Weather station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station météorologique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Thermometer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thermomètre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Rain gauge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pluviomètre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Anemometer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L'anémomètre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Wind vane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girouette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Barometer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Le baromètre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4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The Earth-Atmosphere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31: Weather and Climate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weather and climate and distinguish between them. Define a weather station. Name the weather elements with their instruments, units and isolines.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read a simple weather forecast and use it to plan daily activities such as farming or travel.</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4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Weather and Climate; The Weather Station; Weather Elements, Instruments and Isolines.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Put one bottle of water in the sun and another in the shade for one hour. Touch both and write down which is hotter and why.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4 min | Recall, situation, action 6 min | 3 activities 12 min | Board summary (copying) 15 min | Evaluation, remediation 5 min | Homework, next lesson 3 min | Logbook 5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ask learners to describe the weather today.</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mention the weather station at Garoua airport.</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make a paper wind vane.</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National Geography Syllabus (MINESEC), Form 4 — Module 3: Weather and Climate.</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Teacher's lesson notes (f4.docx), checked and corrected where necessary.</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1: “When it rains in Africa!” by Martin_Heigan, CC BY-NC-ND 2.0, via Flickr (https://www.flickr.com/photos/97303475@N00/31286250004)</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“Adelaide. Urrbrae. The weather station at the Waite campus of the Univ” by denisbin, CC BY-ND 2.0, via Flickr (https://www.flickr.com/photos/82134796@N03/49865994827)</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“3-cup anemometer installed at Thomas More College measures horizontal ” by FondriestEnv, CC BY-NC 2.0, via Flickr (https://www.flickr.com/photos/67593579@N07/6334536635)</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45</Slides>
  <Notes>45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45</vt:i4>
      </vt:variant>
    </vt:vector>
  </HeadingPairs>
  <TitlesOfParts>
    <vt:vector size="4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2026-09-27T10:04:55Z</dcterms:created>
  <dcterms:modified xsi:type="dcterms:W3CDTF">2026-09-27T10:04:55Z</dcterms:modified>
</cp:coreProperties>
</file>