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Climate-Smart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climate-smart agriculture, mulching, water management, shade house, intercropping, improved grazing. At the end, you should be able to do this: learners are able to explain climate-smart agriculture and apply its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Sustainable Agriculture. The question was: Propose a crop rotation plan for three years on a farm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year 1 – maize; year 2 – groundnuts or beans (which enrich the soil); year 3 – cotton or sorghum; then start again.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climate-smart agriculture. Number 2: state its three pillars. Number 3: describe its practical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climate is changing. Rains are irregular in the north. Sustainable agriculture protects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Because the rains now start late in the Far North, some farmers dig zaï pits, cover the soil with straw and plant drought-resistant sorghum. Their harvests are better than their neighbours'.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must adapt to irregular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techniques they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Zaï pits and mulching (also drought-resistant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result?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Better harvests.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mulching, water harvesting and resistant seeds on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farmers to adapt to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farmers digging zaï pits.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climate-smart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that increases production, adapts to climate change and reduces greenhouse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mitigation and adaptation.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pillars of climate-smart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Increase productivity, adapt to climate change and reduce emissions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mulch covering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mulching and water harvesting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keep moisture in the soil and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mixed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intercropping and why is it smart?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two or more crops together; it reduces risk and covers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covered garden.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shade houses and improved grazing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Shade houses protect plants from heat; improved grazing keeps pastures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Climate-smart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Aims (Main Pillars). Climate-smart agriculture has three pillars. On this slide we have Productivity and Adaptation.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Aims (Main Pillars). On this slide we have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Techniques. Farmers use the following techniques. On this slide we have Mulching and Water management.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Techniques. On this slide we have Intercropping and resistant seeds and Shade houses and improved grazing.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adaptation and mitigation.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pillars of climate-smart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productivity, adaptation and mitigation.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techniques.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mulching and zaï pits.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mulching; number 2, intercropping;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climate-smart techniques for a farm near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Spatial Patterns of Agriculture: Von Thünen's Model of Agricultural Land Use.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32: CLIMATE-SMART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Climate-Smart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Climate-Smart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Climate-smart agriculture, mulching, water management, shade house, intercropping, improved grazing.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aims (main pillars); practical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climate-smart agriculture and apply its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Sustainable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a crop rotation plan for three years on a farm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year 1 – maize; year 2 – groundnuts or beans (which enrich the soil); year 3 – cotton or sorghum; then start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climate-smart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its three pillars.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practical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climate is changing.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Rains are irregular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Sustainable agriculture protects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rains now start late in the Far North, some farmers dig zaï pits, cover the soil with straw and plant drought-resistant sorghum. Their harvests are better than their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must adapt to irregular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techniques they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Zaï pits and mulching (also drought-resistant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mulching, water harvesting and resistant seeds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farmers to adapt to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Farmers digging zaï pits.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that increases production, adapts to climate change and reduces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PILLARS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Mitigation and adaptation.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PILLARS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pillars of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PILLARS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Increase productivity, adapt to climate change and reduce emissions (mitigation).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MULCHING AND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Mulch covering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MULCHING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mulching and water harvesting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MULCHING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moisture in the soil and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INTERCROPPING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Mixed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INTERCROPPING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intercropping and why is it smart?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INTERCROPPING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two or more crops together; it reduces risk and covers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SHADE HOUSES AND GRAZING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covered garden.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SHADE HOUSES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shade houses and improved grazing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SHADE HOUSES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Shade houses protect plants from heat; improved grazing keeps pastures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Climate-smart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that raises production, adapts to climate change and reduces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(Main Pillars)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Climate-smart agriculture has three pillars: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yields and farmers' incomes.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farms resist droughts, floods and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(Main Pillars)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greenhouse gas emissions from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Techniques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Farmers use the following techniques: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Covering the soil keeps it moist and cool.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Zaï pits, water harvesting and drip irrigation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Techniques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Intercropping and resistant seeds: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crops and drought-resistant varieties reduce risk.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Shade houses and improved 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plants from heat and keep pastures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Techniques</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adaptation and mitigation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pillars of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Productivity, adaptation and mitigation.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Mulching and zaï pits.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Covering the soil with straw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crops together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Reducing greenhouse gases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climate-smart techniques for a farm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Spatial Patterns of Agriculture: Von Thünen's Model of Agricultural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harvesting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collecte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Resistant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Résistant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Climate-Smart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climate-smart agriculture. State its three pillars. Describe its practical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climate-smart agriculture and apply its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Aims (Main Pillars); Practical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climate-smart techniques for a farm near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three pillars.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mulch a garden bed.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mixed fields.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2026-09-27T14:07:43Z</dcterms:created>
  <dcterms:modified xsi:type="dcterms:W3CDTF">2026-09-27T14:07:43Z</dcterms:modified>
</cp:coreProperties>
</file>