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32: Weather Elements: Atmospheric Temperatures.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the bottle in the sun and the bottle in the shade.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U-shaped thermometer.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write the example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a white wooden box on legs.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Six's 2. 2 3. Stevenson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32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Elements: Atmospheric Temperatures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Weather and Climate — Adaptation to Climatic Excesses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Earth-Atmosphere System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 of Weather Elements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32: Weather Elements: Atmospheric Temperatures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Temperature, thermometer, Stevenson screen.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of atmospheric temperature; measurement and presentation; siting of the Stevenson screen.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measure the temperature of the air correctly and calculate daily means and ranges.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atmospheric temperature.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how temperature is measured and calculate mean and range.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Stevenson screen and the rules for siting it.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is the condition of the atmosphere at a given time; climate is the average over 30 years.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weather element has its instrument, unit and isoline.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is measured with a thermometer, in °C.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Ali puts his thermometer in the sun on the concrete and reads 45 °C. Bouba hangs his in the shade of a tree and reads 36 °C. They wonder which reading is correct.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two readings are different.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reading is correct?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Bouba's, in the shade.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should a thermometer be placed?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the shade, in a Stevenson screen.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measure the temperature of the air correctly.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MEASUREMENT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4_maxm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thermometer that shows the highest and the lowest temperature.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MEASUREMENT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does this thermometer record?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MEASUREMENT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maximum and the minimum temperature of the day.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CALCULATIONS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temp_mean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worked example.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CALCULATIONS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Maximum 38 °C, minimum 24 °C. Find the mean and the range.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CALCULATIONS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Mean: 31 °C. Range: 14 °C.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STEVENSON SCREEN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stevenso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Stevenson screen.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STEVENSON SCREEN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this box white with openings on the sides?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THE STEVENSON SCREEN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White reflects the sun; the openings let the air pass.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Weather Elements: Atmospheric Temperatures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The Earth-Atmosphere System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Measurement of Weather Elements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32: Weather Elements: Atmospheric Temperatures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Temperature: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how hot or cold the air is.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daily temperature: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(maximum + minimum) ÷ 2.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Daily range: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maximum − minimum.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Measurement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Thermometer: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gives the temperature now.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Six's thermometer: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gives the maximum and minimum.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Example: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31 °C, range 14 °C.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The Stevenson Screen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White: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reflects the sunlight.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Open sides: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air moves freely.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Siting: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grass, in the open, about 1.2 m high.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Maximum 34 °C, minimum 20 °C. What is the mean?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27 °C.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Stevenson screen painted white?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reflect the sunlight.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highest and lowest temperatures are recorded by the ______ thermometer.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= (maximum + minimum) ÷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Thermometers are kept in a ______ screen.</a:t>
            </a:r>
            <a:endParaRPr lang="en-US" sz="3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Wet a piece of cloth and hang it outside in the morning and in the afternoon. Note how long it takes to dry each time.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33: Other Weather Elements (humidity, wind, pressure, sunshine).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température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maximum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minimum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L'amplitude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moyenne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Stevenson screen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L'abri météorologique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L'ombre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Isotherm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L'isotherme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Earth-Atmosphere System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32: Weather Elements: Atmospheric Temperatures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atmospheric temperature. Describe how temperature is measured and calculate mean and range. Describe the Stevenson screen and the rules for siting it.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measure the temperature of the air correctly and calculate daily means and ranges.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Temperature, Mean daily temperature, Daily range; II. Measurement: Thermometer, Six's thermometer, Example; III. The Stevenson Screen: White, Open sides, Siting.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Wet a piece of cloth and hang it outside in the morning and in the afternoon. Note how long it takes to dry each time.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Module 3: Weather and Climate.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(f4.docx),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WMO Guide to Instruments and Methods of Observation (WMO-No. 8).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“maximum minimum thermometer” by Leo Reynolds, CC BY-NC-SA 2.0, via Flickr (https://www.flickr.com/photos/49968232@N00/7928521796)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“Adelaide. Urrbrae. The weather station at the Waite campus of the Univ” by denisbin, CC BY-ND 2.0, via Flickr (https://www.flickr.com/photos/82134796@N03/49865994827)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2026-09-26T10:44:23Z</dcterms:created>
  <dcterms:modified xsi:type="dcterms:W3CDTF">2026-09-26T10:44:23Z</dcterms:modified>
</cp:coreProperties>
</file>