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39: The Hydrological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where did the water in the bowl 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sea, a cloud, rain and a river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Benue in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three boxes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evaporation 2. runoff 3. precipitation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Hydrological Cycle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 of Water in Nature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39: The Hydrological Cycle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Evaporation, transpiration, condensation, precipitation, infiltration.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(definition and components); the flow diagram as an open system; diagram of the hydrological cycle.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where the water of rivers, wells and rain comes from, and why protecting trees and soils helps to keep water available.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hydrological cycle and name its components.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explain a labelled diagram of the hydrological cycle.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drainage basin as an open system with inputs, stores, transfers and outputs.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turns liquid water into water vapour.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 turns water vapour into droplets that form clouds.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is water falling from clouds.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March, the Benue at Garoua is shallow with many sandbanks. In September, after months of rain, the river is wide and full. Mohamadou wonders where the water goes and comes from.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Mohamadou does not know where the water of the Benue comes from.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is the river full?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September.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water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rain.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journey of water.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water_cyc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journey of water.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four steps of the water cycle.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Evaporation, condensation, precipitation, runoff.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muddyri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big river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rain water reach the river?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THE WATER CYCLE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runs on the ground (runoff) or flows under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open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drainage basin as a system.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input? Name two outputs.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AN OPEN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rain. Outputs: evaporation and river flow to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Hydrological Cycle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Circulation of Water in Nature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 Hydrological Cycle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39: The Hydrological Cycle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Hydrological cycle: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journey of water from the sea to the air, the land and back.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changing into vapour.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Runoff: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flowing on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Evaporation: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heats the sea.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Condensation: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Vapour forms clouds.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Precipitation: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falls.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Runoff: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Rivers go back to the sea.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(2/2)</a:t>
            </a:r>
            <a:endParaRPr lang="en-US" sz="3600" dirty="0"/>
          </a:p>
        </p:txBody>
      </p:sp>
      <p:pic>
        <p:nvPicPr>
          <p:cNvPr id="13" name="Image 0" descr="/home/claude/f4/img/v2/water_cycle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water cycle.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An Open System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Input: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Stores: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Soil, lakes, rivers, plants.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Outputs: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 and river flow.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evaporation?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changing into vapour.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 drainage basin an open system?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enters (rain) and leaves (evaporation, rivers).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changing into vapour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flowing on the ground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falling from clouds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your grandparents or an elder whether the dry season is hotter or longer today than when they were young. Write down what they say.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40: Global Warming.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cycle de l'eau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Evaporation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L'évaporation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transpiration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Infiltration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L'infiltration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Runoff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ruissellement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nappe souterraine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L'entrée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sortie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 of Water in Nature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39: The Hydrological 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hydrological cycle and name its components. Draw and explain a labelled diagram of the hydrological cycle. Explain the drainage basin as an open system with inputs, stores, transfers and outputs.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where the water of rivers, wells and rain comes from, and why protecting trees and soils helps to keep water available.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Hydrological cycle, Evaporation, Runoff; II. Components: Evaporation, Condensation, Precipitation, Runoff; III. An Open System: Input, Stores, Outputs.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 grandparents or an elder whether the dry season is hotter or longer today than when they were young. Write down what they say.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“Parana River Floodplain, Northern Argentina (NASA, International Space” by NASA's Marshall Space Flight Center, CC BY-NC 2.0, via nasa (https://www.flickr.com/photos/28634332@N05/5684050889)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2026-09-27T04:25:20Z</dcterms:created>
  <dcterms:modified xsi:type="dcterms:W3CDTF">2026-09-27T04:25:20Z</dcterms:modified>
</cp:coreProperties>
</file>