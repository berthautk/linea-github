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39: The Hydrological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Circulation of Water in Nature, and the sub-topic is The Hydrological Cycle. The key notions we shall use today are: evaporation, transpiration, condensation, precipitation, infiltration. At the end, you should be able to do this: learners are able to explain where the water of rivers, wells and rain comes from, and why protecting trees and soils helps to keep water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38: Factors of Temperature. The question was: Put a little water in a bowl in the sun in the morning. In the evening, check how much water is left and write where you think the missing water went.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Some water is missing: it went into the air as water vapour. The Sun heated the water and it evaporated.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hydrological cycle and name its components. Number 2: draw and explain a labelled diagram of the hydrological cycle. Number 3: explain the drainage basin as an open system with inputs, stores, transfers and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Evaporation turns liquid water into water vapour. Condensation turns water vapour into droplets that form clouds. Precipitation is water falling from clouds.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March, the Benue at Garoua is shallow with many sandbanks. In September, after months of rain, the river is wide and full. Mohamadou wonders where the water goes and comes from.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Mohamadou does not know where the water of the Benue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When is the river full?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does the water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the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water sources because all water is part of one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journey of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journey of water.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four steps of the water cycle.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Evaporation, condensation, precipitation, runoff.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big river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rain water reach the river?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runs on the ground (runoff) or flows under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drainage basin as a 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the input? Name two outputs.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Input: rain. Outputs: evaporation and river flow to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The hydrological cycle is defined as follows. On this slide we have Hydrological cycle.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Components. The cycle has the following components. On this slide we have Evaporation and Condensation.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Components. On this slide we have Precipitation and Runoff and infiltration.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hydrological cycle.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Hydrological Cycle as an Open System. A drainage basin works as an open system as follows. On this slide we have Input and Stores.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Hydrological Cycle as an Open System. On this slide we have Outputs.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drainage basin as an open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evaporation?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water changing into vapour.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a drainage basin an open system?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water enters (rain) and leaves (evaporation, rivers).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evaporation; number 2, runoff; number 3, precipitation.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your grandparents or an elder whether the dry season is hotter or longer today than when they were young. Write down what they say.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40: Global Warming.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39: THE HYDROLOGICAL CYCLE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Hydrological Cycle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Circulation of Water in Nature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39: The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Evaporation, transpiration, condensation, precipitation, infiltration.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(definition and components); the flow diagram as an open system; diagram of the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where the water of rivers, wells and rain comes from, and why protecting trees and soils helps to keep water available.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38: Factors of Temperature):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a little water in a bowl in the sun in the morning. In the evening, check how much water is left and write where you think the missing water went.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water is missing: it went into the air as water vapour. The Sun heated the water and it evaporated.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hydrological cycle and name its components.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and explain a labelled diagram of the hydrological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drainage basin as an open system with inputs, stores, transfers and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Evaporation turns liquid water into water vapour.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Condensation turns water vapour into droplets that form clouds.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Precipitation is water falling from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March, the Benue at Garoua is shallow with many sandbanks. In September, after months of rain, the river is wide and full. Mohamadou wonders where the water goes and comes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Mohamadou does not know where the water of the Benue comes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is the river full?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September.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water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water sources because all water is part of one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journey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HYDROLOGICAL CYCLE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water_cycl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journey of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HYDROLOGICAL CYCLE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steps of the water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HYDROLOGICAL CYCLE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Evaporation, condensation, precipitation,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HYDROLOGICAL CYCLE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muddyriv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big river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HYDROLOGICAL CYCLE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rain water reach the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HYDROLOGICAL CYCLE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runs on the ground (runoff) or flows under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 OPEN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open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drainage basin as a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 OPEN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input? Name two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 OPEN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 rain. Outputs: evaporation and river flow 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Circulation of Water in Nature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Hydrological Cycle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39: The Hydrological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Hydrological Cycle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hydrological cycle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Hydrological cycle: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continuous movement of water from the sea to the air, to the land and back 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Hydrological Cycle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Components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cycle has the following components: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Evaporation: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heats the water of seas, lakes and rivers and turns it into vapour.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Condensation: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vapour cools and forms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Hydrological Cycle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Components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Precipitation: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falls from the clouds as rain.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Runoff and infiltration: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Rainwater flows over the ground to rivers or sinks into the soil and returns 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Hydrological Cycle</a:t>
            </a:r>
            <a:endParaRPr lang="en-US" sz="3600" dirty="0"/>
          </a:p>
        </p:txBody>
      </p:sp>
      <p:pic>
        <p:nvPicPr>
          <p:cNvPr id="4" name="Image 0" descr="/home/claude/f4/img/v2/water_cycle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hydrological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Hydrological Cycle as an Open System</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drainage basin works as an open system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Input: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enters the basin as precipitation.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Stores: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is stored in the soil, lakes, rivers, plants and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Hydrological Cycle as an Open System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leaves the basin by evaporation and river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Hydrological Cycle as an Open System</a:t>
            </a:r>
            <a:endParaRPr lang="en-US" sz="3600" dirty="0"/>
          </a:p>
        </p:txBody>
      </p:sp>
      <p:pic>
        <p:nvPicPr>
          <p:cNvPr id="4" name="Image 0" descr="/home/claude/f4/img/v2/open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drainage basin as an open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evaporation?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changing into vapour.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 drainage basin an open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enters (rain) and leaves (evaporation,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changing into vapour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flowing on the ground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falling from clouds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your grandparents or an elder whether the dry season is hotter or longer today than when they were young. Write down what they say.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40: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cycle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cycle de l'eau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Evaporation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L'évaporation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transpiration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Infiltration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L'infiltration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Runoff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ruissellement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Groundwater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nappe souterraine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Input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L'entrée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Output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sortie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Circulation of Water in Nature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39: The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hydrological cycle and name its components. Draw and explain a labelled diagram of the hydrological cycle. Explain the drainage basin as an open system with inputs, stores, transfers and outputs.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where the water of rivers, wells and rain comes from, and why protecting trees and soils helps to keep water available.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Components; The Hydrological Cycle as an Open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your grandparents or an elder whether the dry season is hotter or longer today than when they were young. Write down what they say.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sea, a cloud, rain and a river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Benue in September.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three boxes with arrows.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“Parana River Floodplain, Northern Argentina (NASA, International Space” by NASA's Marshall Space Flight Center, CC BY-NC 2.0, via nasa (https://www.flickr.com/photos/28634332@N05/5684050889)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2026-09-27T10:04:56Z</dcterms:created>
  <dcterms:modified xsi:type="dcterms:W3CDTF">2026-09-27T10:04:56Z</dcterms:modified>
</cp:coreProperties>
</file>