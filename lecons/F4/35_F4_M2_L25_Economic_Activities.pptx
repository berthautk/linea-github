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Notion of Economic Activity. The key notions we shall use today are: economic activity, primary, secondary, tertiary, quaternary sectors. At the end, you should be able to do this: learners are able to classify economic activities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Strategies for the Emergence of the NICs.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1960 both had low incomes (under 200 US$ per person). Today South Korea has over 30,000 US$ and exports cars and electronics;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economic activity. Number 2: classify economic activities into four sectors. Number 3: give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work to earn money. Farmers grow crops and factories make goods. Teachers and doctors give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Moussa's father grows cotton, his uncle works at the CICAM textile factory, his aunt sells cloth in the market and his cousin does research at IRAD.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the jobs of the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job takes a product from nature?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job makes goods?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Working at the textile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all jobs, because the sectors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economic activity?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 activity people do to produce goods or services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primary sector?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take products from nature: farming and fishing (also mining, forestry).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transform raw materials into goods, such as factories and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tertiary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provide services, such as trade, transport, banks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journey of cotton through the sectors.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quaternary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of knowledge and research, such as IRAD and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Economic Activities. Economic activities are classified into four sectors. On this slide we have Primary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Economic Activities. On this slide we have Secondary sector, Tertiary sector and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sectors of the economy.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Classify: fishing, teaching, weaving.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tertiary, secondary.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secondary; number 3,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jobs of five people you know and classify them into sectors.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25: ECONOMIC ACTIVITIES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Economic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primary, secondary, tertiary, quaternary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Strategies for the Emergence of the 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both had low incomes (under 200 US$ per person). Today South Korea has over 30,000 US$ and exports cars and electronics;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economic activity.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economic activities into four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work to earn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crops and factories make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Teachers and doctors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Moussa's father grows cotton, his uncle works at the CICAM textile factory, his aunt sells cloth in the market and his cousin does research at IRAD.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the jobs of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takes a product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makes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Working at the textile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all jobs, because the sectors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take products from nature: farming and fishing (also mining,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transform raw materials into goods, such as factories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provide services, such as trade, transport, banks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 through the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of knowledge and research, such as IRAD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Notion of Economic Activity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Economic activities are classified into four sectors: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products from nature, such as farming,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transforms raw materials into goods, such as factories and crafts.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services, such as trade, transport, health and education.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knowledge, such as research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pic>
        <p:nvPicPr>
          <p:cNvPr id="4" name="Image 0" descr="/home/claude/f4/img/v2/cotton_journey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sectors of the economy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fishing, teaching, weaving.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tertiary, secondary.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belongs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belong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Research belongs to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economic activity. Classify economic activities into four sectors. Give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jobs of five people you know and classify them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jobs of parents.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primary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follow cotton through the sectors.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2026-09-27T14:07:42Z</dcterms:created>
  <dcterms:modified xsi:type="dcterms:W3CDTF">2026-09-27T14:07:42Z</dcterms:modified>
</cp:coreProperties>
</file>