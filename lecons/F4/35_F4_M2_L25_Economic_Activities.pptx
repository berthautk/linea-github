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Economic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Notion of Economic Activity. The key notions we shall use today are: economic activity, primary, secondary, tertiary, quaternary sectors. At the end, you should be able to do this: learners are able to classify economic activities into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Strategies for the Emergence of the NICs. The question was: Compare South Korea and Cameroon in 1960 and today using two indicators.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1960 both had low incomes (under 200 US$ per person). Today South Korea has over 30,000 US$ and exports cars and electronics; Cameroon has about 1,600 US$ and exports raw materials.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economic activity. Number 2: classify economic activities into four sectors. Number 3: give examples from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work to earn money. Farmers grow crops and factories make goods. Teachers and doctors give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Moussa's father grows cotton, his uncle works at the CICAM textile factory, his aunt sells cloth in the market and his cousin does research at IRAD.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classify the jobs of the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job takes a product from nature?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Growing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job makes goods?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Working at the textile factory.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all jobs, because the sectors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earn a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busy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economic activity?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Any activity people do to produce goods or services and earn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cotton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primary sector?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Activities that take products from nature: farming and fishing (also mining, forestry).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secondary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Activities that transform raw materials into goods, such as factories and crafts.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bank.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tertiary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Activities that provide services, such as trade, transport, banks and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the journey of cotton through the sectors.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quaternary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Activities of knowledge and research, such as IRAD and 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Economic activity.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Economic Activities. Economic activities are classified into four sectors. On this slide we have Primary sector.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Economic Activities. On this slide we have Secondary sector, Tertiary sector and Quaternary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four sectors of the economy.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sectors of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secondary, tertiary and quaternary.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Classify: fishing, teaching, weaving.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tertiary, secondary.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primary; number 2, secondary; number 3, quaternary.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jobs of five people you know and classify them into sectors.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25: ECONOMIC ACTIVITIES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gif"/><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Economic Activities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Notion of Economic Activity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activity, primary, secondary, tertiary, quaternary sectors.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of economic activities into sectors.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economic activities into sectors.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Strategies for the Emergence of the NICs):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South Korea and Cameroon in 1960 and today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1960 both had low incomes (under 200 US$ per person). Today South Korea has over 30,000 US$ and exports cars and electronics; Cameroon has about 1,600 US$ and exports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economic activity.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economic activities into four sectors.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from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work to earn money.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grow crops and factories make goods.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Teachers and doctors give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Moussa's father grows cotton, his uncle works at the CICAM textile factory, his aunt sells cloth in the market and his cousin does research at IRAD.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classify the jobs of the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job takes a product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job makes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Working at the textile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all jobs, because the sectors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earn a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economic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Any activity people do to produce goods or services and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PRIMARY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Cotton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PRIMARY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primary sector?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PRIMARY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Activities that take products from nature: farming and fishing (also mining, forestry).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Activities that transform raw materials into goods, such as factories and crafts.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TERTIARY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an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TERTIARY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tertiary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TERTIARY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Activities that provide services, such as trade, transport, banks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QUATERNARY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otton_journe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journey of cotton through the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QUATERNARY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QUATERNARY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Activities of knowledge and research, such as IRAD and 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Notion of Economic Activity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25: Economic Activities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activity people do to produce goods or services and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Economic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Economic activities are classified into four sectors: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takes products from nature, such as farming, fishing, forestry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Economic Activities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transforms raw materials into goods, such as factories and crafts.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Tertiary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services, such as trade, transport, health and education.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Quaternary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produces knowledge, such as research and 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Economic Activities</a:t>
            </a:r>
            <a:endParaRPr lang="en-US" sz="3600" dirty="0"/>
          </a:p>
        </p:txBody>
      </p:sp>
      <p:pic>
        <p:nvPicPr>
          <p:cNvPr id="4" name="Image 0" descr="/home/claude/f4/img/v2/cotton_journey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four sectors of the economy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tertiary and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fishing, teaching, weaving.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tertiary, secondary.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belongs to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Factories belong to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Research belongs to the ______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jobs of five people you know and classify them into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Primary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Primaire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biens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Research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recherche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economic activity. Classify economic activities into four sectors. Give examples from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economic activities into sectors.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jobs of five people you know and classify them into sectors.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5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jobs of parents.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primary jobs.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factories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services.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follow cotton through the sectors.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“Thibault Square, Cape Town” by World Bank Photo Collection, CC BY-NC-ND 2.0, via Flickr (https://www.flickr.com/photos/10816734@N03/7825576852)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2026-09-28T21:15:05Z</dcterms:created>
  <dcterms:modified xsi:type="dcterms:W3CDTF">2026-09-28T21:15:05Z</dcterms:modified>
</cp:coreProperties>
</file>