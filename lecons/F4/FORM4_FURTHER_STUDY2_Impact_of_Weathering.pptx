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The Impact of Weathering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The Products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The Products and Impacts on Man. The key notions we shall use today are: soil formation, regolith, mineral deposits, mass movement, leaching. At the end, you should be able to do this: learners are able to explain how weathering gives soils and resources, and to take simple measures against rockfalls and the decay of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Chemical Weathering Processes and Products. The question was: Ask a farmer in your family where the soil of his farm comes from, and ask if he has seen rocks fall or roads blocked after heavy rain. Write his answers.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soil comes from the weathering of the rocks under and around the farm, mixed with rotting plants. After heavy rain, rocks and soil can slide and block roads (landslides).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positive impacts of weathering. Number 2: explain the negative impacts of weathering. Number 3: suggest measures to reduce the negative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Physical weathering breaks rocks into pieces. Chemical weathering changes the minerals of rocks. Hydrolysis changes feldspar into clay.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Djaouro's uncle says that his rich soil came from rocks that broke down over thousands of years. But last rainy season, rocks fell from a hill and blocked the road to his farm.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Weathering gives good soil but also causes rockfalls.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good about weathering?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makes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bad about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Weathered rocks can fall and block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grass to hold the soil and build with good drains.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good and bad effects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weathering make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Rocks break down and mix with humus.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landslide on a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landslides often happen after heavy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Weathered soil gets wet and heavy, and slides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steps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these steps protect the slope?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slow the water and hold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Soil and Landslide.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Positive Impacts of Weathering. Weathering has the following positive impacts. On this slide we have Soils and Minerals.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Positive Impacts of Weathering. On this slide we have Building materials and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Impacts of Weathering. Weathering has the following negative impacts. On this slide we have Mass movement and Damage to buildings.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of Weathering. On this slide we have Loss of soil fertility.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The negative impacts can be reduced with the following measures. On this slide we have Plant cover and Terraces.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On this slide we have Good buildings.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positive impact of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makes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measure against landslides.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on slopes (or build terraces).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soil; number 2, landslide; number 3, terraces.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the Benue or a stream near your home. Write how fast the water flows, what it carries, and whether it is wide or narrow.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Action of Rivers on the Landscape.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2: THE IMPACT OF WEATHERING ON THE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Weathering on the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The Products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The Products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The Impact of Weathering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formation, regolith, mineral deposits, mass movement, leaching.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Positive impacts of weathering (soils, minerals, landforms) and negative impacts (mass movement, damage to buildings, loss of soil fertility).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weathering gives soils and resources, and to take simple measures against rockfalls and the decay of buildings.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Chemical Weathering Processes and Products):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in your family where the soil of his farm comes from, and ask if he has seen rocks fall or roads blocked after heavy rain. Write his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comes from the weathering of the rocks under and around the farm, mixed with rotting plants. After heavy rain, rocks and soil can slide and block roads (landslides).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positive impacts of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negative impacts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measures to reduce the negative impacts.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Physical weathering breaks rocks into pieces.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Chemical weathering changes the minerals of rocks.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Hydrolysis changes feldspar into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Djaouro's uncle says that his rich soil came from rocks that broke down over thousands of years. But last rainy season, rocks fell from a hill and blocked the road to his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gives good soil but also causes rockfalls.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good about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bad about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rocks can fall and block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grass to hold the soil and build with good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good and bad effects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weathering make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Rocks break down and mix with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landsli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landslide on a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landslides often happen after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soil gets wet and heavy, and slides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Steps (terraces)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steps protect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slow the water and hold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The Products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The Impact of Weathering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top layer of the land where plants grow.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Landslide: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sudden sliding of soil and rocks down a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Impacts of Weathering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has the following positive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produces the soils used for farming.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concentrates minerals such as the bauxite of Minim-Martap.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Impacts of Weathering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produces sand and clay used for building.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shapes landforms such as caves and inselbergs that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Impacts of Weathering</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Impacts of Weathering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has the following negative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Mass 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material slides down slopes and blocks roads and destroys houses.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Damage to buildings: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cracks walls, roads and monuments.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Impacts of Weathering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soil 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washes plant food out of the soil (leaching).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negative impacts can be reduced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 cover: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and grass hold the soil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Terraces: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slow down running water on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buildings: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walls and good drains protect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impact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measure against landslides.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on slopes (or build terraces).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Weathering helps to form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 sliding down a slope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Steps built on a hillside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Benue or a stream near your home. Write how fast the water flows, what it carries, and whether it is wide or narrow.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Action of Rivers on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Bedrock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Landslide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glissement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L'éboulement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fertilité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The Impact of Weathering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positive impacts of weathering. Explain the negative impacts of weathering. Suggest measures to reduce the negative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weathering gives soils and resources, and to take simple measures against rockfalls and the decay of buildings.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Positive Impacts of Weathering; Negative Impacts of Weathering;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the Benue or a stream near your home. Write how fast the water flows, what it carries, and whether it is wide or narrow.</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dig a small hole and show the layers.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landslide in the West or South-West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terraces in the Mandara Mountains.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“Siuslaw National Forest, landslide, road failure.jpg” by Forest Service Pacific Northwest Region, Public domain 1.0, via Flickr (https://www.flickr.com/photos/135886671@N08/36218241110)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2026-09-27T10:04:53Z</dcterms:created>
  <dcterms:modified xsi:type="dcterms:W3CDTF">2026-09-27T10:04:53Z</dcterms:modified>
</cp:coreProperties>
</file>