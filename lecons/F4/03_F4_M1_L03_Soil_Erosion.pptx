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Soil. The key notions we shall use today are: normal (geologic) erosion, accelerated soil erosion, sheet, rill, gully erosion. At the end, you should be able to do this: learners are able to explain soil erosion and recognise it around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The Soil Profile. The question was: Draw and label a simple soil profile.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From the top: topsoil (dark, humus), subsoil (reddish, minerals), regolith (broken rock), bedrock (solid rock).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erosion and its types. Number 2: explain the causes of soil erosion. Number 3: give the consequences of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topsoil is the richest layer. Plants cover and protect the soil. Heavy rain falls in the rainy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the first heavy rains, the path behind the school has deep channels, and the soil of a nearby bare farm has been washed into the gutter.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is being washed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the channels?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Running 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was the farm soil washed away?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bare, with no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the soil covered with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we lose our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rain on bare and grassy soil.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 is the soil washed away?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bare side, because no plants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soil erosion by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sheet, rill and gully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Sheet: a thin layer removed; rill: small channels; gully: deep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human causes of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Overgrazing, deforestation and bush fires (also bad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consequences of soil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loses its fertility and gullies destroy farms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does the eroded soil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Into rivers and dams, which become muddy and fill up (silting).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erosion and Accelerated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Soil Erosion. Soil erosion takes the following forms. On this slide we have Normal (geologic) erosion and Sheet erosion.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Soil Erosion. On this slide we have Rill and gully erosion and Wind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soil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Soil erosion has the following causes. On this slide we have Physical causes and Human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Soil erosion has the following consequences. On this slide we have On farming and On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types of water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sheet, rill and gully erosion.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causes.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deforestation and overgrazing.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gully; number 2, overgrazing; number 3, accelerated.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 place with soil erosion near your home. Describe it and give its cause.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Soil Conservation.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 EROSION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Erosion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Normal (geologic) erosion, accelerated soil erosion, sheet, rill, gully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causes; consequences of soil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soil erosion and recognise it around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The Soil Profile):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a simple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top: topsoil (dark, humus), subsoil (reddish, minerals), regolith (broken rock), bedrock (solid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erosion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soil erosion.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consequences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topsoil is the richest layer.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cover and protect the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falls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first heavy rains, the path behind the school has deep channels, and the soil of a nearby bare farm has been washed into the gutter.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being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farm soil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bare, with no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the soil covered with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we lose our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and grassy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is the soil washed away?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bare side, because no plants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soil erosion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sheet, rill and gully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Sheet: a thin layer removed; rill: small channels; gully: deep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causes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deforestation and bush fires (also bad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loses its fertility and gullies destroy farms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eroded soil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rivers and dams, which become muddy and fill up (silting).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removal of the topsoil by water, wind or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Accelerated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erosion made faster by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Soil Erosion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takes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Normal (geologic)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slow natural erosion balanced by soil 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Sheet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 removes a thin layer of soil evenly.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Soil Erosion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Rill and gully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cuts small channels (rills) that become deep channels (gullies).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blows away dry, loose soil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Soil Erosion</a:t>
            </a:r>
            <a:endParaRPr lang="en-US" sz="3600" dirty="0"/>
          </a:p>
        </p:txBody>
      </p:sp>
      <p:pic>
        <p:nvPicPr>
          <p:cNvPr id="4" name="Image 0" descr="/home/claude/f4/img/v2/eros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soil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steep slopes and strong winds remove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bush fires and ploughing down slopes expose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erosion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loses its fertility and harvests 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Gullies destroy land and roads, and rivers and dams fill with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water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Sheet, rill and gully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deep channel cut by water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Too many animals on the same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Erosion made faster by people is ______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place with soil erosion near your home. Describe it and give its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Soil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ravine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boue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erosion and its types. Explain the causes of soil erosion. Give the consequences of soil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soil erosion and recognise it around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Soil Erosion; Causes;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 place with soil erosion near your home. Describe it and give its cause.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pour water on bare and grassy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causes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damage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Benue after rain.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2026-09-29T03:11:34Z</dcterms:created>
  <dcterms:modified xsi:type="dcterms:W3CDTF">2026-09-29T03:11:34Z</dcterms:modified>
</cp:coreProperties>
</file>