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 Soil Erosion.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I: Ecological Systems and their Resources.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Conservation of World's Biomes and Resources, and the sub-topic is The Soil. The key notions we shall use today are: normal (geologic) erosion, accelerated soil erosion, sheet, rill, gully erosion. At the end, you should be able to do this: learners are able to explain soil erosion and recognise it around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 The Soil Profile. The question was: Draw and label a simple soil profile.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From the top: topsoil (dark, humus), subsoil (reddish, minerals), regolith (broken rock), bedrock (solid rock).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soil erosion and its types. Number 2: explain the causes of soil erosion. Number 3: give the consequences of soil erosion.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topsoil is the richest layer. Plants cover and protect the soil. Heavy rain falls in the rainy season.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After the first heavy rains, the path behind the school has deep channels, and the soil of a nearby bare farm has been washed into the gutter.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soil is being washed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caused the channels?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Running rain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was the farm soil washed away?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was bare, with no plants.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keep the soil covered with plants.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how we lose our 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animation: animation: rain on bare and grassy soil.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On which side is the soil washed away? Why?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On the bare side, because no plants protect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types of soil erosion by water.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Distinguish sheet, rill and gully erosion.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Sheet: a thin layer removed; rill: small channels; gully: deep channels.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cattle grazing.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three human causes of soil erosion.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Overgrazing, deforestation and bush fires (also bad farming).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gully.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two consequences of soil erosion.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Soil loses its fertility and gullies destroy farms and roads.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muddy river.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Where does the eroded soil go?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Into rivers and dams, which become muddy and fill up (silting).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Soil erosion and Accelerated erosion.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Types of Soil Erosion. Soil erosion takes the following forms. On this slide we have Normal (geologic) erosion and Sheet erosion.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of Soil Erosion. On this slide we have Rill and gully erosion and Wind erosion.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types of soil erosion.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Causes. Soil erosion has the following causes. On this slide we have Physical causes and Human causes.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Consequences. Soil erosion has the following consequences. On this slide we have On farming and On the environment.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three types of water erosion.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sheet, rill and gully erosion.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human causes.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deforestation and overgrazing.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gully; number 2, overgrazing; number 3, accelerated.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Find a place with soil erosion near your home. Describe it and give its cause.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4: Soil Conservation.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3: SOIL EROSION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gif"/><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Soil Erosion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 Ecological Systems and their Resources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Conservation of World's Biomes and Resources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Soil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 Soil Erosion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Normal (geologic) erosion, accelerated soil erosion, sheet, rill, gully erosion.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and types; causes; consequences of soil erosion.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soil erosion and recognise it around them.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 The Soil Profile):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and label a simple soil profile.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From the top: topsoil (dark, humus), subsoil (reddish, minerals), regolith (broken rock), bedrock (solid rock).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soil erosion and its types.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causes of soil erosion.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the consequences of soil erosion.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topsoil is the richest layer.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Plants cover and protect the soil.</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Heavy rain falls in the rainy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After the first heavy rains, the path behind the school has deep channels, and the soil of a nearby bare farm has been washed into the gutter.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soil is being washed away.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caused the channels?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Running rain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was the farm soil washed away?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was bare, with no plants.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Keep the soil covered with plants.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how we lose our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erosion_rain.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rain on bare and grassy soil.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which side is the soil washed away?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the bare side, because no plants protect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erosion_ty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Types of soil erosion by water.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sheet, rill and gully erosion.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Sheet: a thin layer removed; rill: small channels; gully: deep channels.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CAUSES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cattle_fiel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Cattle grazing.</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CAUSES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human causes of soil erosion.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CAUSES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Overgrazing, deforestation and bush fires (also bad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CONSEQUENCES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4_gull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gully.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CONSEQUENCES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consequences of soil erosion.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CONSEQUENCES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Soil loses its fertility and gullies destroy farms and roads.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CONSEQUENCES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4_muddyriver.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muddy river.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CONSEQUENCES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does the eroded soil go?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CONSEQUENCES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Into rivers and dams, which become muddy and fill up (silting).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Conservation of World's Biomes and Resources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 Soil</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 Soil Erosion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Soil erosion: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removal of the topsoil by water, wind or people.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Accelerated erosion: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erosion made faster by human activities.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of Soil Erosion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Soil erosion takes the following forms: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Normal (geologic) erosion: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slow natural erosion balanced by soil formation.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Sheet erosion: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Running water removes a thin layer of soil evenly.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of Soil Erosion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Rill and gully erosion: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cuts small channels (rills) that become deep channels (gullies).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Wind erosion: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Wind blows away dry, loose soil in dry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of Soil Erosion</a:t>
            </a:r>
            <a:endParaRPr lang="en-US" sz="3600" dirty="0"/>
          </a:p>
        </p:txBody>
      </p:sp>
      <p:pic>
        <p:nvPicPr>
          <p:cNvPr id="4" name="Image 0" descr="/home/claude/f4/img/v2/erosion_ty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types of soil erosion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Causes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Soil erosion has the following causes: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Physical causes: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Heavy rain, steep slopes and strong winds remove soil.</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Human causes: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Deforestation, overgrazing, bush fires and ploughing down slopes expose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Consequences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Soil erosion has the following consequences: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On farming: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soil loses its fertility and harvests fall.</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On the environment: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Gullies destroy land and roads, and rivers and dams fill with mud.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types of water erosion.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Sheet, rill and gully erosion.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human causes.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Deforestation and overgrazing.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deep channel cut by water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Too many animals on the same land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Erosion made faster by people is ______ erosion.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a place with soil erosion near your home. Describe it and give its cause.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 Soil Conservation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Erosion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L'érosion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Gully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ravine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Slope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pente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Overgrazing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surpâturage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Wind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vent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Mud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boue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Conservation of World's Biomes and Resources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 Soil Erosion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soil erosion and its types. Explain the causes of soil erosion. Give the consequences of soil erosion.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soil erosion and recognise it around them.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Types of Soil Erosion; Causes; Consequences.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Find a place with soil erosion near your home. Describe it and give its cause.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1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pour water on bare and grassy soil.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the three types.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list causes near the school.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damage near the school.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the Benue after rain.</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4, Module I: Ecological Systems and their Resources.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“Acacia Tree” by D-Stanley, CC BY 2.0, via Flickr (https://www.flickr.com/photos/79721788@N00/11527335486)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“Soil erosion in the central Mexican Highlands” by CIMMYT, CC BY-NC-SA 2.0, via Flickr (https://www.flickr.com/photos/44760652@N05/6244930288)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“Parana River Floodplain, Northern Argentina (NASA, International Space” by NASA's Marshall Space Flight Center, CC BY-NC 2.0, via nasa (https://www.flickr.com/photos/28634332@N05/5684050889)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2026-09-27T14:07:37Z</dcterms:created>
  <dcterms:modified xsi:type="dcterms:W3CDTF">2026-09-27T14:07:37Z</dcterms:modified>
</cp:coreProperties>
</file>