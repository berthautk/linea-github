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Scales and Map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scale, representative fraction, linear scale, statement scale, distance, area. At the end, you should be able to do this: learners are able to use the scale to measure distances and areas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Directions on Maps. The question was: On a map extract, give the direction and the bearing of a bridge from a church.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e.g. the bridge is north-east of the church at a bearing of about 045°.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scale and its forms. Number 2: measure straight and curved distances. Number 3: measure regular and irregular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drawn to scale. 1 km = 1,000 m = 100,000 cm. Area = length × width.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council wants to know the length of a winding road between two villages and the area of a forest on a map of scale 1:50,000.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measure a curved distance and an area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scale?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1:50,000.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we measure a winding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thread or the edge of a paper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every step and unit when converting map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real distances and areas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ways of expressing scale.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Representative fraction (1:50,000), statement (2 cm to 1 km) and linear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a 1:50,000 map, A to B measures 7 cm. Find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 × 50,000 = 350,000 cm = 3.5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winding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we measure a winding road?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follow it with a thread or a paper strip, mark each bend, then measure the total length against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grid squares.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a 1:50,000 map, a grid square is 2 cm × 2 cm. What is its area?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 km × 1 km = 1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forest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we measure an irregular area such as a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count the full squares and add half the part squares.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Expressing Scale. Scale is expressed in the following ways. On this slide we have Representative fraction and Statement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Expressing Scale. On this slide we have Linear scale.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Measurements. Distances are measured as follows. On this slide we have Straight distances and Curved distances.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Areal Measurements. Areas are measured as follows. On this slide we have Regular surfaces and Irregular surfaces.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On a 1:50,000 map, a road is 12 cm long. Find the real length.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12 × 0.5 = 6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lake covers 6 full and 8 part squares of 1 km². Find its area.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 + (8 ÷ 2) = 10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0, 5; number 2, thread (or paper strip); number 3,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1:50,000 map extract, measure the length of a river and the area of a forest.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Map Copying, Reduction and Enlargement.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SCALES AND MAP MEASUREMENTS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Scales and Map Measurements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Scales and Map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Scale, representative fraction, linear scale, statement scale, distance,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scale; ways of expressing scale; linear measurements (straight and curved distances); areal measurements (regular and irregular surfaces).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scale to measure distances and areas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Directions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direction and the bearing of a bridge from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e.g. the bridge is north-east of the church at a bearing of about 045°.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scale and its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straight and curved distances.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regular and irregular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drawn to scale.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km = 1,000 m = 100,000 cm.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Area = length × width.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wants to know the length of a winding road between two villages and the area of a forest on a map of scale 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measure a curved distance and an area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measure a winding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thread or the edge of a paper strip.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every step and unit when converting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real distances and areas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expressing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Representative fraction (1:50,000), statement (2 cm to 1 km) and linear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to B measures 7 cm.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STRAIGHT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50,000 = 350,000 cm = 3.5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winding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measure a winding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CURVED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it with a thread or a paper strip, mark each bend, then measure the total length against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Grid squares.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grid square is 2 cm × 2 cm. What is its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 km × 1 km = 1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measure an irregular area such as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IRREGULAR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the full squares and add half the part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Scales and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ratio between a distance on the map and the real distance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Scale is expressed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Representative fraction: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written as a ratio, such as 1:50,000.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Statement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written in words, such as 2 cm to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divided into units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Ways of Expressing Scale</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Measurements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Distances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Straight distances: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with a ruler and multiply by the scale, so 7 cm on a 1:50,000 map equals 3.5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Curved distances: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route with a thread or paper strip and convert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Measurements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Areas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 = length × width, or number of grid squares × area of one square.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full squares and add half the number of part squares.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road is 12 cm long. Find the real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0.5 = 6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lake covers 6 full and 8 part squares of 1 km². Find its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(8 ÷ 2) = 10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1:50,000 means 1 cm on the map = ______ km.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Curved distances are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Part squares are counted as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extract, measure the length of a river and the area of a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Map Copying, Reduction and Enlargement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règle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Scales and Map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scale and its forms. Measure straight and curved distances. Measure regular and irregular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scale to measure distances and areas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Ways of Expressing Scale; Linear Measurements; Areal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1:50,000 map extract, measure the length of a river and the area of a forest.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 thread.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count squares.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2026-10-02T05:13:26Z</dcterms:created>
  <dcterms:modified xsi:type="dcterms:W3CDTF">2026-10-02T05:13:26Z</dcterms:modified>
</cp:coreProperties>
</file>