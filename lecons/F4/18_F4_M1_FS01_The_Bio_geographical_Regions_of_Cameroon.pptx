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Bio-geographical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bio-geographical region, forest region, savanna region, Sahelian region, highland region, coastal region. At the end, you should be able to do this: learners are able to describe the bio-geographical regions of Cameroon and their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The Soils of Cameroon. The question was: Name the soil type of your area and two crops grown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ferruginous soils (and alluvial soils near the Benue); crops: cotton, maize, sorghum (onions and rice on alluvial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bio-geographical regions of Cameroon. Number 2: describe their main characteristics. Number 3: describe their main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different climates, vegetation and soils. The south is forest and the north is savanna. The west has highlands.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almost all the landscapes of Africa: coast, forest, highlands, savanna and Sahel.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why Cameroon is "Africa in miniature".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landscapes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Coast, forest and savanna (also highlands,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combines climate, vegetation and soils?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bio-geographical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appreciate and protect the diversity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see the diversity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five bio-geographical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the forest region, the western highlands, the savanna region and the Sahelian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drying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activities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farming and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Western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Western Highlands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fertile volcanic soils and a cool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activities of the savanna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farming and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herders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characteristics of the Sahelian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rain and steppe vegetation; people rear cattle and grow millet.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Regions. Cameroon has the following bio-geographical regions. On this slide we have Coastal region and Forest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Regions. On this slide we have Western Highlands, Savanna region and Sahelian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Human Activities. People carry out the following activities. On this slide we have Coast and forest and Western Highlands.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Human Activities. On this slide we have Savanna and Sahel.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bio-geographical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savanna and Sahelian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activity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coffee or food crop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miniature; number 2, Sahelian; number 3,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paragraph describing the bio-geographical region where you live.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Basic Principles of Map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THE BIO-GEOGRAPHICAL REGIONS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Bio-geographical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Bio-geographical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region, forest region, savanna region, Sahelian region, highland region, coastal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Description of the main characteristics; main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bio-geographical regions of Cameroon and their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The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soil type of your area and two crops grown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ferruginous soils (and alluvial soils near the Benue); crops: cotton, maize, sorghum (onions and rice on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bio-geographical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main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different climates, vegetation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forest and the north is savanna.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has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almost all the landscapes of Africa: coast, forest, highlands, savanna and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why Cameroon is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landscapes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 forest and savanna (also highlands,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combines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bio-geographical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Appreciate and protect the diversity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see the diversity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the forest region, the western highlands, the savanna region and the Sahelian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Drying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activities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farming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Western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Western Highlands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volcanic soils and a cool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activities of the savanna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farming and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Sahelian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rain and steppe vegetation; people rear cattle and grow millet.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bio-geographical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very wet, with mangroves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with dense rainforest on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and rainy, with montane vegetation and volcanic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grass with trees and ferruginous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Sahelian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dry, with steppe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and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ports, oil, cocoa, timber and plantations.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and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cereals, cattle rearing and tourism in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savanna and Sahelian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activity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Coffee or food crop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called Africa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driest region is the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Coffee grows well in the Western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paragraph describing the bio-geographical region where you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Basic Principles of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Sahel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Sahel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Bio-geographical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bio-geographical regions of Cameroon. Describe their main characteristics. Describe their main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bio-geographical regions of Cameroon and their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the Regions; Main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paragraph describing the bio-geographical region where you live.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activities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activities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2026-09-27T14:07:40Z</dcterms:created>
  <dcterms:modified xsi:type="dcterms:W3CDTF">2026-09-27T14:07:40Z</dcterms:modified>
</cp:coreProperties>
</file>