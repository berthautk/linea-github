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The Bio-geographical Regions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Physical Geography of Cameroon, and the sub-topic is The Bio-geographical Characteristics of Cameroon. The key notions we shall use today are: bio-geographical region, forest region, savanna region, Sahelian region, highland region, coastal region. At the end, you should be able to do this: learners are able to describe the bio-geographical regions of Cameroon and their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The Soils of Cameroon. The question was: Name the soil type of your area and two crops grown on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Around Garoua: ferruginous soils (and alluvial soils near the Benue); crops: cotton, maize, sorghum (onions and rice on alluvial soils).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bio-geographical regions of Cameroon. Number 2: describe their main characteristics. Number 3: describe their main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different climates, vegetation and soils. The south is forest and the north is savanna. The west has highlands.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is called "Africa in miniature" because it has almost all the landscapes of Africa: coast, forest, highlands, savanna and Sahel.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why Cameroon is "Africa in miniature".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landscapes of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Coast, forest and savanna (also highlands, Sahel).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combines climate, vegetation and soils?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bio-geographical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appreciate and protect the diversity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see the diversity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natural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five bio-geographical regions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coastal region, the forest region, the western highlands, the savanna region and the Sahelian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drying cocoa.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activities of the forest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Cocoa farming and lumbering.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Western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Western Highlands densely populated?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fertile volcanic soils and a cool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cotton harvest.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activities of the savanna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Cotton farming and cattle rearing.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herders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characteristics of the Sahelian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Very little rain and steppe vegetation; people rear cattle and grow millet.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Regions. Cameroon has the following bio-geographical regions. On this slide we have Coastal region and Forest region.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Regions. On this slide we have Western Highlands, Savanna region and Sahelian region.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natural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Human Activities. People carry out the following activities. On this slide we have Coast and forest and Western Highlands.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Human Activities. On this slide we have Savanna and Sahel.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bio-geographical regions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forest, savanna and Sahelian regions.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activity of the Western Highlands.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coffee or food crop farming.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miniature; number 2, Sahelian; number 3, Highlands.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a paragraph describing the bio-geographical region where you live.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1: Basic Principles of Map Analysis.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THE BIO-GEOGRAPHICAL REGIONS OF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Bio-geographical Regions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Bio-geographical Characteristics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The Bio-geographical Regions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Bio-geographical region, forest region, savanna region, Sahelian region, highland region, coastal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Description of the main characteristics; main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bio-geographical regions of Cameroon and their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The Soils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soil type of your area and two crops grown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ferruginous soils (and alluvial soils near the Benue); crops: cotton, maize, sorghum (onions and rice on alluvial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bio-geographical regions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main characteristics.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main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different climates, vegetation and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south is forest and the north is savanna.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west has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is called "Africa in miniature" because it has almost all the landscapes of Africa: coast, forest, highlands, savanna and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why Cameroon is "Africa in miniature".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landscapes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 forest and savanna (also highlands,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combines climate, vegetation and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bio-geographical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Appreciate and protect the diversity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see the diversity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Natural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five bio-geographical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region, the forest region, the western highlands, the savanna region and the Sahelian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FOREST AND COAST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co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Drying cocoa.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FOREST AND COAST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activities of the forest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FOREST AND COAST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farming and lumbering.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WESTERN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bandjou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Western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WESTERN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Western Highlands densely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WESTERN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fertile volcanic soils and a cool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SAVANNA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tton_harve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Cotton harvest.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SAVANNA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activities of the savanna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SAVANNA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farming and cattle rearing.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SAHEL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herd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SAHEL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Sahelian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SAHEL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little rain and steppe vegetation; people rear cattle and grow millet.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Physical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Bio-geographical Characteristics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1: The Bio-geographical Regions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Regions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bio-geographical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very wet, with mangroves and swamps.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wet, with dense rainforest on ferrallitic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Regions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Western Highlands: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cool and rainy, with montane vegetation and volcanic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long dry season, grass with trees and ferruginous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Sahelian region: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dry, with steppe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the Regions</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natural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Human Activities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 and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ports, oil, cocoa, timber and plantations.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Western Highlands: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crops, coffee and market gardening.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Human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and Sahel: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cereals, cattle rearing and tourism in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bio-geographical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savanna and Sahelian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activity of the Western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Coffee or food crop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is called Africa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driest region is the ______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Coffee grows well in the Western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paragraph describing the bio-geographical region where you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1: Basic Principles of Map Analysis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Diversity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diversité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haut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Sahel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Sahel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Activity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The Bio-geographical Regions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bio-geographical regions of Cameroon. Describe their main characteristics. Describe their main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bio-geographical regions of Cameroon and their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the Regions; Main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a paragraph describing the bio-geographical region where you live.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activities of the South.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West.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activities of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Far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“Farmer sun drying cocoa beans” by IITA Image Library, CC BY-NC 2.0, via Flickr (https://www.flickr.com/photos/45796762@N03/4598613756)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“Bandjoun's chefferie: I - the approach past the royal quarters” by 10b travelling / Carsten ten Brink, CC BY-NC-ND 2.0, via Flickr (https://www.flickr.com/photos/77334245@N00/7326237514)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“Cotton harvest” by CIFOR, CC BY-NC-ND 2.0, via Flickr (https://www.flickr.com/photos/45423546@N07/35706862552)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“Young cattle herders in Sénégal (West Africa)” by gbaku, CC BY-SA 2.0, via Flickr (https://www.flickr.com/photos/72105154@N00/525185172)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2026-10-02T05:13:25Z</dcterms:created>
  <dcterms:modified xsi:type="dcterms:W3CDTF">2026-10-02T05:13:25Z</dcterms:modified>
</cp:coreProperties>
</file>