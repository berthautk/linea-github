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Agriculture as an Economic Activity of the Primary Sector. The key notions we shall use today are: agriculture, inputs, processes, outputs. At the end, you should be able to do this: learners are able to explain agriculture as a system of inputs, processes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Economic Activities. The question was: List the jobs of five people you know and classify them into sectors.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farmer (primary), mechanic (secondary or tertiary), trader (tertiary), teacher (tertiary), computer programmer (quaternary).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agriculture. Number 2: identify the inputs, processes and outputs of a farm. Number 3: draw the farm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Farming is a primary activity. Farmers need land, seeds and work. Farms produce crops and animals.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farmer near Garoua uses land, seeds, fertiliser and his family's labour. He ploughs, sows, weeds and harvests. He sells some cotton and keeps maize for the family.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see the farm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inputs.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Seeds and fertiliser (also land,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outputs.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Cotton and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inputs carefully to get good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a farm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maize.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growing of crops and the rearing of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farm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four inputs of a farm.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labour, seeds and fertiliser (also capital, machines,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sowing.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four farm processes.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Ploughing, sowing, weeding and harvesting.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carrying harvested cotton.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outputs of a farm.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Crops, animal products and income (also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feedback in the farm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feedback in the farm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Profits or seeds from the harvest are reinvested in the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Agriculture.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Agriculture as a System. A farm works as a system with the following parts. On this slide we have Inputs and Processes.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Agriculture as a System. On this slide we have Outputs and Feedback.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farm as a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growing of crops and rearing of animals.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inputs, two processes and two outputs.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inputs: seeds, labour. Processes: sowing, harvesting. Outputs: crops, income.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inputs; number 2, processes; number 3,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system of a farm you know with its inputs, processes and outputs.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Agricultural 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26: AGRICULTURE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an Economic Activity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inputs, processes, outputs.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agriculture as a system (flow diagram only).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agriculture as a system of inputs, processes and outputs.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Economic Activities):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jobs of five people you know and classify them into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farmer (primary), mechanic (secondary or tertiary), trader (tertiary), teacher (tertiary), computer programmer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inputs, processes and outputs of a farm.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farm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Farming is a primary activity.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need land, seeds and work.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Farms produce crops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farmer near Garoua uses land, seeds, fertiliser and his family's labour. He ploughs, sows, weeds and harvests. He sells some cotton and keeps maize for the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see the farm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Seeds and fertiliser (also land,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and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inputs carefully to get good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a farm 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iz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growing of crops and the rearing of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gri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farm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inputs of a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labour, seeds and fertiliser (also capital, machines,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ainyseason.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sowing.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farm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Ploughing, sowing, weeding and harvesting.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OUTPUTS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tton_harvest2.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Carrying harvested cotton.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OUTPUTS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outputs of a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OUTPUTS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animal products and income (also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FEEDBACK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gri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Feedback in the farm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FEEDBACK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feedback in the farm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FEEDBACK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or seeds from the harvest are reinvested in the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Agriculture as an Economic Activity of the Primary Sector</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growing of crops and the rearing of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Agriculture as a System</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farm works as a system with the following parts: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land, labour, seeds, fertiliser, water and capital.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ploughing, sowing, weeding, spraying and harvesting.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Agriculture as a 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crops, milk, meat, income and sometimes waste.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Feedback: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Part of the profit or harvest is reinvested in the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Agriculture as a System</a:t>
            </a:r>
            <a:endParaRPr lang="en-US" sz="3600" dirty="0"/>
          </a:p>
        </p:txBody>
      </p:sp>
      <p:pic>
        <p:nvPicPr>
          <p:cNvPr id="4" name="Image 0" descr="/home/claude/f4/img/v2/agri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farm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growing of crops and rearing of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inputs, two processes and two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seeds, labour. Processes: sowing, harvesting. Outputs: crops,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Seeds and fertiliser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Sowing and weeding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Crops and income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system of a farm you know with its inputs, processes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Agricultural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Harvest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récolte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semence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agriculture. Identify the inputs, processes and outputs of a farm. Draw the farm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agriculture as a system of inputs, processes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Agriculture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system of a farm you know with its inputs, processes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crops and animals.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inputs.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farming calendar.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an arrow back to inputs.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“Ghana 15” by CIAT International Center for Tropical Agriculture, CC BY-NC-SA 2.0, via Flickr (https://www.flickr.com/photos/38476503@N08/5207540264)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“Farmer” by CIFOR, CC BY-NC-ND 2.0, via Flickr (https://www.flickr.com/photos/45423546@N07/35708569412)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“Women carrying cotton” by CIFOR, CC BY-NC-ND 2.0, via Flickr (https://www.flickr.com/photos/45423546@N07/35706852432)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2026-09-27T14:07:42Z</dcterms:created>
  <dcterms:modified xsi:type="dcterms:W3CDTF">2026-09-27T14:07:42Z</dcterms:modified>
</cp:coreProperties>
</file>