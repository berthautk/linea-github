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agriculture, inputs, processes, outputs. At the end, you should be able to do this: learners are able to explain agriculture as a system of inputs,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Economic Activities. The question was: List the jobs of five people you know and classify them into sectors.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farmer (primary), mechanic (secondary or tertiary), trader (tertiary), teacher (tertiary), computer programmer (quaternary).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agriculture. Number 2: identify the inputs, processes and outputs of a farm. Number 3: draw the farm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Farming is a primary activity. Farmers need land, seeds and work. Farms produce crops and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Garoua uses land, seeds, fertiliser and his family's labour. He ploughs, sows, weeds and harvests. He sells some cotton and keeps maize for the family.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Seeds and fertiliser (also land,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outputs.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inputs carefully to get good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farm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crops and the rearing of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inputs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labour, seeds and fertiliser (also capital, machines,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sowing.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farm processes.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Ploughing, sowing, weeding and harvesting.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carrying harvested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Crops, animal products and income (also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feedback in the farm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feedback in the farm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or seeds from the harvest are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A farm works as a system with the following parts. On this slide we have Inputs and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growing of crops and rearing of animals.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inputs, two processes and two outputs.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seeds, labour. Processes: sowing, harvesting. Outputs: crops,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processes; number 3,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system of a farm you know with its inputs, processes and outputs.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inputs, processes,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agriculture as a system (flow diagram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agriculture as a system of inputs, processes and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Economic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jobs of five people you know and classify them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farmer (primary), mechanic (secondary or tertiary), trader (tertiary), teacher (tertiary), computer programmer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inputs, processes and outputs of a farm.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farm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is a primary activity.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need land, seeds and work.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produce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Garoua uses land, seeds, fertiliser and his family's labour. He ploughs, sows, weeds and harvests. He sells some cotton and keeps maize for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fertiliser (also land,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inputs carefully to get good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farm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the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inputs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labour, seeds and fertiliser (also capital, machines,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sowing.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farm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and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harvested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animal products and income (also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Feedback in the farm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feedback in the farm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or seeds from the harvest are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land, labour, seeds, fertiliser, water and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ploughing, sowing, weeding, spraying and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crops, milk, meat, income and sometimes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profit or harvest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two processes and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seeds,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Seeds and fertiliser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Sowing and weeding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system of a farm you know with its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agriculture. Identify the inputs, processes and outputs of a farm. Draw the farm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agriculture as a system of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Agriculture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system of a farm you know with its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inputs.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farming calendar.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an arrow back to inputs.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2026-09-28T21:15:05Z</dcterms:created>
  <dcterms:modified xsi:type="dcterms:W3CDTF">2026-09-28T21:15:05Z</dcterms:modified>
</cp:coreProperties>
</file>