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Action of Rivers on the Landscape.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The Work of Rivers on the Landscape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The Work of Rivers on the Landscape and Impacts on Man. The key notions we shall use today are: running water, long profile of a river. At the end, you should be able to do this: learners are able to describe how a river such as the Benue changes from its source to its mouth, and to explain how running water wears away its bed and banks.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The Impact of Weathering on the Environment. The question was: Watch the Benue or a stream near your home. Write how fast the water flows, what it carries, and whether it is wide or narrow.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the Benue flows slowly and is wide in the dry season; in the rainy season it flows fast, is brown with mud and carries branches and sand.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long profile of a river. Number 2: draw and describe the long profile with its three courses. Number 3: explain the four mechanisms of river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Running water is the most important agent of denudation. Erosion is the wearing away of rocks by a moving agent. Weathering prepares the material that rivers carry.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Benue begins on the Adamawa Plateau and flows into Nigeria. In Garoua, it is wide and slow and carries a lot of brown mud in the rainy season.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understand how the river changes from its start to its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does the Benue begin?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On the Adamawa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does it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Mud and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river banks from erosion by planting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work of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river steep? Where is it almost flat?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near the source; almost flat near the mouth.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ways a river erodes.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ways a river wears away its bed and banks.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Hydraulic action, abrasion, attrition and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muddy river seen from space.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does the brown colour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carries a lot of mud (its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Source and Mouth.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Load.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Long Profile of a River. The long profile is explained as follows. On this slide we have Long profile and Upper course.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Long Profile of a River. On this slide we have Middle course and Lower course.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long profile of a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Mechanisms of River Erosion. Rivers erode through the following processes. On this slide we have Hydraulic action and Abrasion.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Mechanisms of River Erosion. On this slide we have Attrition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three courses of a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upper, middle and lower course.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attrition?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stones hit each other and become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source; number 2, load; number 3, abrasion.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photo or a video of the Vina Falls or the Tello Falls near Ngaoundéré, or of the Kola Gorges near Guider. Describe the river and its valley in three sentences.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The Upper Course of a River.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ACTION OF RIVERS ON THE LANDSCAPE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Action of Rivers on the Landscape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The Work of Rivers on the Landscape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Work of Rivers on the Landscape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Action of Rivers on the Landscape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Running water, long profile of a river.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long profile of a river: definition and illustration; mechanisms of river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The Impact of Weathering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the Benue or a stream near your home. Write how fast the water flows, what it carries, and whether it is wide or narrow.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the Benue flows slowly and is wide in the dry season; in the rainy season it flows fast, is brown with mud and carries branches and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long profile of a river.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and describe the long profile with its three courses.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four mechanisms of river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Running water is the most important agent of denudation.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Erosion is the wearing away of rocks by a moving agent.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prepares the material that rivers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begins on the Adamawa Plateau and flows into Nigeria. In Garoua, it is wide and slow and carries a lot of brown mud in the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understand how the river changes from its start to its end.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does the Benue begin?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Adamawa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it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Mud and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river banks from erosion by planting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work of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river steep? Where is it almost flat?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near the source; almost flat near the mouth.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river_eros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ways a river erodes.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ways a river wears away its bed and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Hydraulic action, abrasion, attrition and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uddyriv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muddy river seen from space.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brown colour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carries a lot of mud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Work of Rivers on the Landscape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Action of Rivers on the Landscape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begins.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place where a river ends in a sea, a lake or another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material carried by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long profile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slope of a river from its source to its mouth.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Upper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steep and the river cuts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Middle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 is gentle and the river cuts sideways.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Lower course: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almost flat and the river drops its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Rivers erode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Hydraulic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force of the moving water breaks and removes rock.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Abrasion: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carried by the river scrape the bed and the banks.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Mechanisms of River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Attrition: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smaller and rounder.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dissolves some rocks, such as limestone.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courses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Upper, middle and lower course.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Stones hit each other and become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place where a river begins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material carried by a river is its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Stones scraping the river bed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photo or a video of the Vina Falls or the Tello Falls near Ngaoundéré, or of the Kola Gorges near Guider. Describe the river and its valley in three sentences.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The Upper Course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rivière / 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source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Gradient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Long 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 en long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Bank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berge / la 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Action of Rivers on the Landscape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long profile of a river. Draw and describe the long profile with its three courses. Explain the four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how a river such as the Benue changes from its source to its mouth, and to explain how running water wears away its bed and banks.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Long Profile of a River; Mechanisms of River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photo or a video of the Vina Falls or the Tello Falls near Ngaoundéré, or of the Kola Gorges near Guider. Describe the river and its valley in three sentences.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 curve going down from left to right.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four words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shake soil in a bottle of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“Parana River Floodplain, Northern Argentina (NASA, International Space” by NASA's Marshall Space Flight Center, CC BY-NC 2.0, via nasa (https://www.flickr.com/photos/28634332@N05/5684050889)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2026-09-27T10:04:53Z</dcterms:created>
  <dcterms:modified xsi:type="dcterms:W3CDTF">2026-09-27T10:04:53Z</dcterms:modified>
</cp:coreProperties>
</file>