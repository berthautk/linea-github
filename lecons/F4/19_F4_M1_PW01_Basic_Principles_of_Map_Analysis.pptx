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Basic Principles of Map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Initiation to Map Analysis, and the sub-topic is Map Reading. The key notions we shall use today are: map, map reading, map interpretation, marginal information. At the end, you should be able to do this: learners are able to use the marginal information of a map to read it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The Bio-geographical Regions of Cameroon. The question was: Write a paragraph describing the bio-geographical region where you live.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Garoua is in the savanna region; it is hot with one rainy season; the vegetation is savanna on ferruginous soils; people grow cotton and cereals and rear cattle.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map, map reading and map interpretation. Number 2: identify the marginal information of a map. Number 3: explain the importance of each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map is a drawing of the Earth on a flat surface. Maps have a title and a key. The scale helps to calculate distances.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receives a topographic map of an area of Cameroon. Before answering questions, the teacher asks them to read everything written around the map.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must read the marginal information of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written around a map?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title, the key, the scale and the north 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read them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understand what the map shows and how to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read the title, key, scale and orientation before studying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begin every map study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topographic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topographic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detailed map that shows relief, rivers, vegetation, settlements and roads of an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map extract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map reading from map interpretation.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Reading is identifying what is on the map; interpretation is explaining why it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marginal information of a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four elements of the marginal information.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Title, key, scale and north arrow (also grid lines, date, publisher).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signs of a key.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the importance of the key?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explains the signs and colours used on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types of scale.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are the scale and the north arrow used for?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scale helps to measure distances; the north arrow gives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Map and Map reading.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Map interpretation.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Marginal Information and its Importance. A map has the following marginal information. On this slide we have Title and Key (legend).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Marginal Information and its Importance. On this slide we have Scale and Orientation.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marginal information of a map.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map reading and map interpretation.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reading identifies features; interpretation explains them.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key important?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explains the signs used on the map.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legend; number 2, north arrow; number 3,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marginal information found on a map in your atlas.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Conventional Signs and Symbols on Ordnance Survey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1: BASIC PRINCIPLES OF MAP ANALYSIS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Basic Principles of Map Analysis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Reading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Basic Principles of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map reading, map interpretation, marginal information.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a map and of map reading and interpretation; marginal information and its importance (title, key, scale, orientation).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use the marginal information of a map to read it correctly.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The Bio-geographical Regions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paragraph describing the bio-geographical region where you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Garoua is in the savanna region; it is hot with one rainy season; the vegetation is savanna on ferruginous soils; people grow cotton and cereals and rear cattle.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map, map reading and map interpretation.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marginal information of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each element.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map is a drawing of the Earth on a flat surface.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have a title and a key.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scale helps to calculate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receives a topographic map of an area of Cameroon. Before answering questions, the teacher asks them to read everything written around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must read the marginal information of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written around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title, the key, the scale and the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read them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understand what the map shows and how to measure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read the title, key, scale and orientation before studying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begin every map study correctly.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topomap.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topographic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topographic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detailed map that shows relief, rivers, vegetation, settlements and roads of an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READING AND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po_ba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extract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READING AND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map reading from map interpretation.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READING AND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Reading is identifying what is on the map; interpretation is explaining why it is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MARGINAL INFORMATION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map_margin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marginal information of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MARGINAL INFORMATION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elements of the marginal information.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MARGINAL INFORMATION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Title, key, scale and north arrow (also grid lines, date, publisher).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KEY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ig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Signs of a key.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KEY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importance of the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KEY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explains the signs and colours used on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SCALE AND ORIENTATION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cal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SCALE AND ORIENTATION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scale and the north arrow used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SCALE AND ORIENTATION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scale helps to measure distances; the north arrow gives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Initiation to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Map Reading</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Basic Principles of Map Analysis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representation of the Earth or part of it on a flat surface, drawn to scale.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Map reading: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identifying the features shown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Map 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explaining the features and their relationships.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Marginal Information and its Importance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map has the following marginal information: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Title: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tells what area or subject the map shows.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Key (legend):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explains the signs, symbols and colours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Marginal Information and its Importance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Scale: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the relation between map distance and ground distance.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Orientation: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arrow shows the direction of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Marginal Information and its Importance</a:t>
            </a:r>
            <a:endParaRPr lang="en-US" sz="3600" dirty="0"/>
          </a:p>
        </p:txBody>
      </p:sp>
      <p:pic>
        <p:nvPicPr>
          <p:cNvPr id="4" name="Image 0" descr="/home/claude/f4/img/v2/map_margin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marginal information of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map reading and map interpretation.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Reading identifies features; interpretation explains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key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explains the signs used on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key is also called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______ shows the direction of north.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Distances are measured with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marginal information found on a map in your atlas.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Conventional Signs and Symbols on Ordnance Survey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Legend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légende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Title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titre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Interpretation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L'interprétation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Initiation to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Basic Principles of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map, map reading and map interpretation. Identify the marginal information of a map. Explain the importance of each element.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use the marginal information of a map to read it correctly.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Marginal Information and its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marginal information found on a map in your atlas.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topographic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framed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five signs.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point to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“Harvey Butchart's hiking map” by brewbooks, CC BY-SA 2.0, via Flickr (https://www.flickr.com/photos/93452909@N00/5289678354)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2026-09-28T21:15:01Z</dcterms:created>
  <dcterms:modified xsi:type="dcterms:W3CDTF">2026-09-28T21:15:01Z</dcterms:modified>
</cp:coreProperties>
</file>