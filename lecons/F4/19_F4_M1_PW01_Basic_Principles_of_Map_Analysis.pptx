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Basic Principles of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map, map reading, map interpretation, marginal information. At the end, you should be able to do this: learners are able to use the marginal information of a map to read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Bio-geographical Regions of Cameroon. The question was: Write a paragraph describing the bio-geographical region where you live.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is in the savanna region; it is hot with one rainy season; the vegetation is savanna on ferruginous soils; people grow cotton and cereals and rear cattle.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map, map reading and map interpretation. Number 2: identify the marginal information of a map. Number 3: explain the importance of each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Maps have a title and a key. The scale helps to calculate distances.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topographic map of an area of Cameroon. Before answering questions, the teacher asks them to read everything written around the map.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read the marginal information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scale and the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read them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understand what the map shows and how to measure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key, scale and orientation before studying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begin every map study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topographic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detailed map that shows relief, rivers, vegetation, settlements and roads of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map reading from map interpretation.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Reading is identifying what is on the map; interpretation is explaining why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marginal information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elements of the marginal information.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Title, key, scale and north arrow (also grid lines, date, publisher).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signs of a key.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importance of the key?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explains the signs and colours used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scale and the north arrow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scale helps to measure distances; the north arrow gives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Map and Map 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Map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and its Importance. A map has the following marginal information. On this slide we have Title and Key (legend).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Marginal Information and its Importance. On this slide we have Scale and Orientation.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marginal information of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map reading and map interpretation.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reading identifies features; interpretation explains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key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explains the signs used on the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legend; number 2, north arrow;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marginal information found on a map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Conventional Signs and Symbols on Ordnance Survey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 BASIC PRINCIPLES OF MAP ANALYSIS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Principles of Map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Basic Principles of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map reading, map interpretation, marginal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a map and of map reading and interpretation; marginal information and its importance (title, key, scale, orientation).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Bio-geographical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is in the savanna region; it is hot with one rainy season; the vegetation is savanna on ferruginous soils; people grow cotton and cereals and rear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map, map reading and map interpretation.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each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a title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scale helps to calculate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topographic map of an area of Cameroon. Before answering questions, the teacher asks them to read everything written around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read the marginal information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read them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understand what the map shows and how to measure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key, scale and orientation before studying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begin every map study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topographic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detailed map that shows relief, rivers, vegetation, settlements and roads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from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AND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is identifying what is on the map; interpretation is explaining why it is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scale and north arrow (also grid lines, date, publisher).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Signs of a key.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importance of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and colours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scale and the north arrow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ORIENTATION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 helps to measure distances; the north arrow gives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representation of the Earth or part of it on a flat surface, drawn to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identifying the features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explaining the features and their relationships.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area or subject the map shows.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symbols and colours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the relation between map distance and ground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arrow shows the direction of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Marginal Information and its Importance</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marginal information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map reading and map interpretation.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 identifies features; interpretation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key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explains the signs used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key is also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shows the direction of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Distances are measured with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Basic Principles of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map, map reading and map interpretation. Identify the marginal information of a map. Explain the importance of each element.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marginal information of a map to read it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Marginal Information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marginal information found on a map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topographic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point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2026-09-29T03:11:41Z</dcterms:created>
  <dcterms:modified xsi:type="dcterms:W3CDTF">2026-09-29T03:11:41Z</dcterms:modified>
</cp:coreProperties>
</file>