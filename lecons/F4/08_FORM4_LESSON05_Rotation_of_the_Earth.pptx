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The Rotation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Location and Time.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Location and Time. The key notions we shall use today are: axis, rotation, tides, deflection of winds and ocean currents. At the end, you should be able to do this: learners are able to explain day and night, the rising of the Sun in the east, and the difference in time between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2: Calculation of Time and Date. The question was: Watch the sunrise and the sunset one day this week and write down the times. Write a sentence to explain why the Sun rises in the east.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sunrise about 6:00 and sunset about 18:15 in Garoua. The Sun rises in the east because the Earth turns from west to east.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rotation and the axis of the Earth. Number 2: illustrate the rotation of the Earth. Number 3: explain the effects of rotation.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15° of longitude = 1 hour. Places to the east are ahead in time. Cameroon uses GMT + 1.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Every morning in Garoua, the first light appears in the east. In the evening, the Sun disappears in the west. Oumarou's little sister thinks that the Sun walks around the Earth.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sister thinks that the Sun moves around the Earth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the Sun rise and set?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rises in the east and sets in the 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really moves?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Earth turns 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rotation of the Earth to explain day, night and time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day and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Earth turns on itself.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Watch Garoua (red dot). Why does it have day and then night?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Earth turns. Garoua faces the Sun (day), then turns away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Sun low over the savanna.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does the Sun seem to rise in the east?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Earth turns from west to 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storm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winds of this storm turn in a circle. Which movement of the Earth makes them turn?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rotation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Rotation. The rotation of the Earth is explained as follows. On this slide we have Rotation and Axis.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Rotation. On this slide we have Direction and time.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rotation of the Earth.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of Rotation. The rotation of the Earth has the following effects. On this slide we have Day and night and Sunrise in the east.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Rotation. On this slide we have Time difference, Deflection of winds and Tides.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rotation?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turning of the Earth on its axis.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effects of rotation.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day and night; the Sun seems to rise in the east.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axis; number 2, 24; number 3, 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an elder in which months the rainy season and the dry season start in Garoua. Write the months down.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The Revolution of the Earth.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5: THE ROTATION OF THE EARTH</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Rotation of the Earth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The Rotation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Axis, rotation, tides, deflection of winds and ocean currents.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Rotation: meaning, illustration and effects.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day and night, the rising of the Sun in the east, and the difference in time between places.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2: Calculation of Time and Date):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the sunrise and the sunset one day this week and write down the times. Write a sentence to explain why the Sun rises in the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sunrise about 6:00 and sunset about 18:15 in Garoua. The Sun rises in the east because the Earth turns from west to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rotation and the axis of the Earth.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Illustrate the rotation of the Earth.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of rotation.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15° of longitude = 1 hour.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Places to the east are ahead in time.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uses GMT + 1.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morning in Garoua, the first light appears in the east. In the evening, the Sun disappears in the west. Oumarou's little sister thinks that the Sun walks around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sister thinks that the Sun moves around the Earth every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Sun rise and set?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rises in the east and sets in the 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really moves?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turns on itself.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rotation of the Earth to explain day, night and time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day and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ROTATION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ota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Earth turns on itself.</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Garoua (red dot). Why does it have day and then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turns. Garoua faces the Sun (day), then turns away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OF ROTATION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sunris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Sun low over the savanna.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Sun seem to rise in the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turns from west to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OF ROTATION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hurrica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storm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winds of this storm turn in a circle. Which movement of the Earth makes them turn?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rotation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and Time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The Rotation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Rotation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rotation of the Earth is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turning of the Earth on its axis.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Axis: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imaginary line from the North Pole to the South Pole, tilted at 23½°.</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Rotation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Direction and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turns from west to east and makes one turn in 24 hours.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Rotation</a:t>
            </a:r>
            <a:endParaRPr lang="en-US" sz="3600" dirty="0"/>
          </a:p>
        </p:txBody>
      </p:sp>
      <p:pic>
        <p:nvPicPr>
          <p:cNvPr id="4" name="Image 0" descr="/home/claude/f4/img/v2/rotation_mid.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rotation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of Rotation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rotation of the Earth has the following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Day and night: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side facing the Sun has day while the other side has night.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Sunrise in the east: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rises in the east and sets in the west because the Earth turns eastwards.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of Rotation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Time difference: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Places to the east see the Sun first, so they are ahead in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Deflection of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and ocean currents are bent to the right in the north and to the left in the south.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Tides: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Rotation, with the pull of the Moon, gives two high tides a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rotation?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turning of the Earth on its axis.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of rotation.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Day and night; the Sun seems to rise in the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Earth turns on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One rotation takes ______ hours.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Earth turns from west to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elder in which months the rainy season and the dry season start in Garoua. Write the months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The Revolution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Axis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L'axe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jour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nuit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Sunrise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lever du soleil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Sunset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coucher du soleil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Deflection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déviation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Ocean 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 marin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The Rotation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rotation and the axis of the Earth. Illustrate the rotation of the Earth. Explain the effects of rotation.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day and night, the rising of the Sun in the east, and the difference in time between places.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Rotation; Effects of Rotation.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an elder in which months the rainy season and the dry season start in Garoua. Write the months down.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turn a ball in front of a torch with a mark on 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where the Sun rises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water turning when it goes down a sink.</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“African Sunrise, Amboseli National Park” by Ray in Manila, CC BY 2.0, via Flickr (https://www.flickr.com/photos/21186555@N07/30385097358)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“NASA's Aqua Satellite Captures Hurricane Danielle” by NASA Goddard Photo and Video, CC BY 2.0, via nasa (https://www.flickr.com/photos/24662369@N07/4931591817)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2026-09-27T10:31:59Z</dcterms:created>
  <dcterms:modified xsi:type="dcterms:W3CDTF">2026-09-27T10:31:59Z</dcterms:modified>
</cp:coreProperties>
</file>