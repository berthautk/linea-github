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The Relief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Background of Cameroon. The key notions we shall use today are: relief, plateau, lowland, mountain, highland. At the end, you should be able to do this: learners are able to locate and describe the main relief units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The Situation of Cameroon. The question was: Draw a sketch map of Cameroon and name its neighbours.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sketch shows Nigeria (west), Chad (north-east), CAR (east), Congo, Gabon and Equatorial Guinea (south) and the Atlantic Ocean (south-west).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main relief units of Cameroon. Number 2: locate them on a map. Number 3: describe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Relief is the shape of the land. Mount Cameroon is a volcano. Ngaoundéré is on a high plateau.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road from Garoua to Ngaoundéré, the bus climbs a very steep slope called the Adamawa cliff. At Ngaoundéré the air is cooler than in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relief units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relief unit is Ngaoundéré 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cooler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the high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read a relief map of Cameroon and locate the main highlands and lowlands.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landforms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relief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relief units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Adamawa Plateau, the Western Highlands, the coastal lowlands and the Chad Plain (also Mandara Mountains, South Cameroon Plateau, Benue lowland).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the highest point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 Cameroon (4,095 m), an active volcano.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Mandara Mountains.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are the Mandara Mountains?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Far North, along the border with Nigeria.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steep escarpment.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Describe the Adamawa Plateau.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high plateau (about 1,000–1,500 m) in the centre, which separates the north from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Benue lowland.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lowlands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coastal lowlands and the Benue lowland (also the Chad 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Relief.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Highlands. Cameroon has the following highlands. On this slide we have Western Highlands and Adamawa Plateau.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Highlands. On this slide we have Mandara Mountains and South Cameroon Plateau.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relief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Lowlands. Cameroon has the following lowlands. On this slide we have Coastal lowlands and Benue lowland.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Lowlands. On this slide we have Chad Plain.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highlands and two lowlands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highlands: Adamawa Plateau, Western Highlands. Lowlands: coastal lowlands, Chad Plain.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highest point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mount Cameroon (4,095 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Cameroon; number 2, Adamawa; number 3, Benue.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main relief units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The Drainage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13: THE RELIEF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Relief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Background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The Relief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Relief, plateau, lowland, mountain, highland.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relief units: location; main relief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main relief units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The Situation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and name its neighbours.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sketch shows Nigeria (west), Chad (north-east), CAR (east), Congo, Gabon and Equatorial Guinea (south) and the Atlantic Ocean (south-west).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relief units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them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Relief is the shape of the land.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 volcano.</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Ngaoundéré is on a high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road from Garoua to Ngaoundéré, the bus climbs a very steep slope called the Adamawa cliff. At Ngaoundéré the air is cooler than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relief units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relief unit is Ngaoundéré 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cooler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high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 relief map of Cameroon and locate the main highlands and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landforms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RELIEF UNITS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relief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RELIEF UNITS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relief units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RELIEF UNITS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Plateau, the Western Highlands, the coastal lowlands and the Chad Plain (also Mandara Mountains, South Cameroon Plateau, Benue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t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point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 an active volcano.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mandara.jpg">    </p:cNvPr>
          <p:cNvPicPr>
            <a:picLocks noChangeAspect="1"/>
          </p:cNvPicPr>
          <p:nvPr/>
        </p:nvPicPr>
        <p:blipFill>
          <a:blip r:embed="rId1"/>
          <a:stretch>
            <a:fillRect/>
          </a:stretch>
        </p:blipFill>
        <p:spPr>
          <a:xfrm>
            <a:off x="274320" y="2383231"/>
            <a:ext cx="11643055" cy="3069946"/>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Mandara Mountains.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HIGHLANDS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Far North, along the border with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PLATEAUX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escarpmen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steep escarpment.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PLATEAUX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PLATEAUX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 plateau (about 1,000–1,500 m) in the centre, which separates the north from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LOWLANDS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Benue lowland.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lowlands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LOWLANDS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coastal lowlands and the Benue lowland (also the Chad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Background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The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shape of the land surface: its highlands and lowlands.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Highlands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Highlands: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include Mount Cameroon (4,095 m), the highest point, and the Bamenda and Bamboutos highlands.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Adamawa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high plateau of 1,000 to 1,500 m in the centre of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Highlands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Mandara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in the Far North along the Nigerian border.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Cameroon Plateau: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plateau of about 600 to 900 m in the south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Highlands</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relief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Lowlands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lowlands: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lowlands: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lie along the Atlantic Ocean around Douala and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Benue lowland: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around Garoua in the valley of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Lowlands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Chad Plain: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flat plain in the Far North around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highlands and two lowlands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Adamawa Plateau, Western Highlands. Lowlands: coastal lowlands, Chad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point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(4,095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point of Cameroon is Mount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Ngaoundéré is on the ______ Plateau.</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Garoua is in the ______ lowland.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main relief units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The Drainage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haut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The Relief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main relief units of Cameroon. Locate them on a map. Describe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main relief units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Highlands; Lowlands.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main relief units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locate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locate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road to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land around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“Mount Cameroon” by John &amp; Mel Kots, CC BY-NC-ND 2.0, via Flickr (https://www.flickr.com/photos/26745817@N00/2347261849)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“Rhumsiki peak, North Cameroon” by krishna.naudin, CC BY-SA 2.0, via Flickr (https://www.flickr.com/photos/141297921@N05/25989204581)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“1959 Hebgen Lake Earthquake fault scarp (Cabin Creek, Gallatin County,” by James St. John, CC BY 2.0, via Flickr (https://www.flickr.com/photos/47445767@N05/45610123392)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2026-09-29T03:11:40Z</dcterms:created>
  <dcterms:modified xsi:type="dcterms:W3CDTF">2026-09-29T03:11:40Z</dcterms:modified>
</cp:coreProperties>
</file>