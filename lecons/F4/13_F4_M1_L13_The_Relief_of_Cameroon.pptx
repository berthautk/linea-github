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relief, plateau, lowland, mountain, highland. At the end, you should be able to do this: learners are able to locate and describe the main relief units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Situation of Cameroon. The question was: Draw a sketch map of Cameroon and name its neighbours.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Nigeria (west), Chad (north-east), CAR (east), Congo, Gabon and Equatorial Guinea (south) and the Atlantic Ocean (south-west).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relief units of Cameroon. Number 2: locate them on a map. Number 3: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the shape of the land. Mount Cameroon is a volcano. Ngaoundéré is on a high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road from Garoua to Ngaoundéré, the bus climbs a very steep slope called the Adamawa cliff. At Ngaoundéré the air is cooler than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relief units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relief unit is Ngaoundéré 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cooler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relief map of Cameroon and locate the main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relief units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Western Highlands, the coastal lowlands and the Chad Plain (also Mandara Mountains, South Cameroon Plateau, Benue lowland).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point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Mandara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Mandara Mountains?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along the border with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steep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Adamawa Plateau.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plateau (about 1,000–1,500 m) in the centre, which separates the north from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lowland.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lowlands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and the Benue lowland (also the Chad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Highlands. Cameroon has the following highlands. On this slide we have Western Highlands and Adamawa Plateau.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Highlands. On this slide we have Mandara Mountains and South Cameroon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Lowlands. Cameroon has the following lowlands. On this slide we have Coastal lowlands and Benue lowland.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Lowlands. On this slide we have Chad Plain.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highlands and two lowlands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highlands: Adamawa Plateau, Western Highlands. Lowlands: coastal lowlands, Chad Plain.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point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(4,095 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Adamawa; number 3,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main relief units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THE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The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plateau, lowland, mountain, highland.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relief units: location; main relief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main relief units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Situation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and name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Nigeria (west), Chad (north-east), CAR (east), Congo, Gabon and Equatorial Guinea (south) and the Atlantic Ocean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relief units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them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the shape of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Ngaoundéré is on a high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road from Garoua to Ngaoundéré, the bus climbs a very steep slope called the Adamawa cliff. At Ngaoundéré the air is cooler than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is Ngaoundéré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relief map of Cameroon and locate the main highlands and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Western Highlands, the coastal lowlands and the Chad Plain (also Mandara Mountains, South Cameroon Plateau,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Mandara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along the border with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plateau (about 1,000–1,500 m) in the centre, which separates the north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lowland.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and the Benue lowland (also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land surface: its highlands and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Mount Cameroon (4,095 m), the highest point, and the Bamenda and Bamboutos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plateau of 1,000 to 1,500 m in the centre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Mandara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in the Far North along the Nigerian border.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Cameroon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plateau of about 600 to 900 m in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Lowlands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along the Atlantic Ocean around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Benue 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around Garoua in the valley of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Lowlands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flat plain in the Far North around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highlands and two lowlands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Adamawa Plateau, Western Highlands. Lowlands: coastal lowlands,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point of Cameroon is Mount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Ngaoundéré is on the ______ Plateau.</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in the ______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main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The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relief units of Cameroon. Locate them on a map.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main relief units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Highlands;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main relief units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road to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land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2026-10-02T05:13:24Z</dcterms:created>
  <dcterms:modified xsi:type="dcterms:W3CDTF">2026-10-02T05:13:24Z</dcterms:modified>
</cp:coreProperties>
</file>