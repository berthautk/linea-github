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Great Circles and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great circle, small circle, shortest route, date line. At the end, you should be able to do this: learners are able to explain why aeroplanes follow curved routes, and why the date changes when people cross the Pacific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Earth Divisions: Latitudes and Longitudes. The question was: Watch or listen to news about a flight from Douala to Paris or to Dubai. Write the name of the route and ask an adult why aeroplanes do not always fly in a straight line on a flat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Douala–Paris flies north over the Sahara and the Mediterranean. Aeroplanes follow the curved Earth: the shortest route is a great circle, which looks curved on a flat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great circle and a small circle, with examples. Number 2: give the importance of great circles. Number 3: describe the International Date Line and explain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Latitudes are parallel lines; the Equator is the longest. Longitudes meet at the poles. The 180° meridian is opposite the Prime Meridian.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31 December, Fatimé watches the news. In the afternoon, people in Australia are already celebrating the New Year. After midnight in Garoua, people in America are still waiting.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Fatimé does not understand why the New Year comes at different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country celebrates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Australia (and New Zealand).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line decides where a new day begins?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great circles to understand routes and the Date Line to understand the change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great circles and the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great circle and a small circle.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circle cuts the Earth into two equal halves?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circle, like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new Year fireworks in Sydney, Australia.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Australia see the New Year before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far to the east, near the Date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in the Pacific Ocean.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West of the line it is Monday. What day is it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Sunday: one day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Great Circles. Great circles are explained as follows. On this slide we have Great circle and Small circle.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Great Circles. On this slide we have Examples and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great circles and small circles.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International Date Line. The International Date Line is explained as follows. On this slide we have Meaning and Position.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International Date Line. On this slide we have Crossing westwards and Crossing eastwards.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International Date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Is the Equator a great circle?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yes. It cuts the Earth into two equal halves.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to the date when we cross the Date Line going 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 add one 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great; number 2, 180th; number 3,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Bring an atlas, a ruler and a pencil to the next lesson. Find the map of Cameroon in your atlas.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Locate a Place on a Map.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GREAT CIRCLES AND THE INTERNATIONAL DATE LINE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Great Circles and the International Date Line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Great Circles and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 small circle, shortest route,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circles and the International Date Line: meaning, illustrations and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Earth Divisions: Latitudes and Longitudes):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news about a flight from Douala to Paris or to Dubai. Write the name of the route and ask an adult why aeroplanes do not always fly in a straight line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Douala–Paris flies north over the Sahara and the Mediterranean. Aeroplanes follow the curved Earth: the shortest route is a great circle, which looks curved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great circle and a small circle,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importance of great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International Date Line and explain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Latitudes are parallel lines; the Equator is the longest.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meet at the poles.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180° meridian is opposite the Prime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31 December, Fatimé watches the news. In the afternoon, people in Australia are already celebrating the New Year. After midnight in Garoua, people in America are still waiting.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Fatimé does not understand why the New Year comes at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celebrates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Australia (and New Zealand).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line decides where a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great circles to understand routes and the Date Line to understand the change of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great circles and the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at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great circle and a small circle.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circle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circle, like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irewor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New Year fireworks in Sydney, Australia.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Australia see the New Year before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to the east, near the Date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 in the Pacific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of the line it is Monday. What day is it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Sunday: one day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Great circles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Great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that cuts the Earth into two equal halves.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like a tropic, that does not cut the Earth into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and every meridian joined to its opposite meridian are great circles.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great circle gives the shortest route between two places, so pilots and ships follow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pic>
        <p:nvPicPr>
          <p:cNvPr id="4" name="Image 0" descr="/home/claude/f4/img/v2/great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great circles and small circles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International Date Line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where each new calendar day begins.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follows the 180° meridian in the Pacific Ocean but bends to avoid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westwards: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west adds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eastwards: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east removes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International Date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Equator a great circle?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It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date when we cross the Date Line going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circle that cuts the Earth into two equal halves is a ______ circle.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International Date Line follows the ______ degree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Crossing the line going west, we ______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Great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grand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Small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petit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le plus court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changement de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Pacific 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 Pacifique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Traveller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voyageur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Great Circles and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great circle and a small circle, with examples. Give the importance of great circles. Describe the International Date Line and explain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Great Circles;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Bring an atlas, a ruler and a pencil to the next lesson. Find the map of Cameroon in your atlas.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an orange in two equal halves, then cut a small piece from the top.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has seen the New Year on television.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line and write MONDAY on the left and SUNDAY on the right.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“New Year's Fireworks - Sydney Harbour” by Charlie Brewer, CC BY-NC-SA 2.0, via Flickr (https://www.flickr.com/photos/11827916@N00/2157381693)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