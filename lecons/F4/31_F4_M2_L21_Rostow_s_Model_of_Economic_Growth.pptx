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Rostow's Model of Economic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Challenges of Development and Fight against Underdevelopment. The key notions we shall use today are: traditional society, preconditions for take-off, take-off, drive to maturity, age of mass consumption. At the end, you should be able to do this: learners are able to describe the stages of Rostow's model and place countries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Classification of Countries in Terms of Development Levels. The question was: Find the country of origin of five manufactured goods at home and classify the countries.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phone (China – NIC), television (South Korea – NIC), car (Japan – AIC), medicine (France – AIC), shoes (China – NIC).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illustrate Rostow's model. Number 2: describe the characteristics of each stage. Number 3: give examples of countries at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Countries have different levels of development. NICs industrialised quickly. AICs are rich.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economist W.W. Rostow said that all countries pass through five stages to become developed, like a plane taxiing, taking off and flying. The class wonders where Cameroon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stages of economic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many stages did Rostow describe?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model compared to?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aeroplane taking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discuss what Cameroon needs to reach take-off.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stages of economic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rostow's five stages.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five stages of Rostow's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Traditional society, preconditions for take-off, take-off, drive to maturity, age of high mass consumption.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traditional farming.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traditional society stage.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Most people are subsistence farmers with simple tools and little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at take-off?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Industries grow quickly, investment rises and towns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rich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age of high mass consumption.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have high incomes and buy many consumer goods; services dominate.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countries at each stage.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country at take-off and one at mass consumption.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Take-off: India or Vietnam (Cameroon is at the preconditions stage). Mass consumption: the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Rostow's Model. Rostow (1960) described five stages of economic growth. On this slide we have Traditional society and Preconditions for take-off.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Rostow's Model. On this slide we have Take-off, Drive to maturity and Age of high mass consumption.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rostow's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Countries. Countries can be placed on the model as follows. On this slide we have Early stages.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Countries. On this slide we have Take-off and maturity and Mass consumption.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five stages of Rostow's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traditional society, preconditions, take-off, drive to maturity, mass consumption.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At which stage are industries growing fastest?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take-off.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traditional; number 2, take-off; number 3, consumption.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At which stage of Rostow's model is Cameroon? Give two reasons.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Challenges of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ROSTOW'S MODEL OF ECONOMIC GROWTH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Rostow's Model of Economic Growth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Challenges of Development and Fight against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Rostow's Model of Economic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Traditional society, preconditions for take-off, take-off, drive to maturity, age of mass consumption.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Illustration of the model; characteristics of main stages; examples of countries at each stage.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stages of Rostow's model and place countries on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Classification of Countries in Terms of Development Levels):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country of origin of five manufactured goods at home and classify the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phone (China – NIC), television (South Korea – NIC), car (Japan – AIC), medicine (France – AIC), shoes (China – NIC).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Rostow's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each stage.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countries at each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Countries have different levels of development.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NICs industrialised quickly.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AICs are rich.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economist W.W. Rostow said that all countries pass through five stages to become developed, like a plane taxiing, taking off and flying. The class wonders where Cameroon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stages of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stages did Rostow describe?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model compared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aeroplane taking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Discuss what Cameroon needs to reach take-off.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stages of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Rostow's five stages.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five stages of Rostow's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Traditional society, preconditions for take-off, take-off, drive to maturity, age of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TRADITIONAL SOCIETY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Traditional farming.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TRADITIONAL SOCIETY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traditional society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TRADITIONAL SOCIETY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people are subsistence farmers with simple tools and little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PRECONDITIONS AND TAKE-OFF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PRECONDITIONS AND TAKE-OFF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at take-off?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PRECONDITIONS AND TAKE-OFF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grow quickly, investment rises and towns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MATURITY AND MASS CONSUMPTION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kyl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rich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MATURITY AND MASS CONSUMPTION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age of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MATURITY AND MASS CONSUMPTION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have high incomes and buy many consumer goods; services dominate.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Countries at each stage.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country at take-off and one at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Take-off: India or Vietnam (Cameroon is at the preconditions stage). Mass consumption: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Challenges of Development and Fight against Underdevelopment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21: Rostow's Model of Economic Growth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Rostow's Model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Rostow (1960) described five stages of economic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Traditional society: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subsistence farmers with simple technology.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Preconditions for take-off: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schools and commercial farming develop.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Rostow's Model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Take-off: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grow rapidly and investment increases.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Drive to maturity: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become varied and technology spreads.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of high mass consumption: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Incomes are high and people buy many consumer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Rostow's Model</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Rostow's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Countries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Countries can be placed on the model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Early stages: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LICs such as Chad are between traditional society and preconditions.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Countries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Take-off and maturity: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NICs such as China and India are at take-off or drive to maturity.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consumption: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AICs such as the USA, Japan and France have reached this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five stages of Rostow's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Traditional society, preconditions, take-off, drive to maturity,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which stage are industries growing fastest?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first stage of Rostow's model is ______ society.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Rapid industrial growth happens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USA is at the age of high mass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which stage of Rostow's model is Cameroon? Give two reasons.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Challenges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Take-off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décollage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Maturity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maturité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Consumption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consommation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Rostow's Model of Economic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Illustrate Rostow's model. Describe the characteristics of each stage. Give examples of countries at each stage.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stages of Rostow's model and place countries on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Rostow's Model; Examples of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At which stage of Rostow's model is Cameroon? Give two reasons.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old village life.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industries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consumer goods.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place countries on the steps.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“Aerial View City Skyline Skyscraper” by unknown, CC0 1.0, via rawpixel (https://www.rawpixel.com/image/5967710/aerial-view-city-skyline-skyscraper)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2026-09-28T21:15:04Z</dcterms:created>
  <dcterms:modified xsi:type="dcterms:W3CDTF">2026-09-28T21:15:04Z</dcterms:modified>
</cp:coreProperties>
</file>