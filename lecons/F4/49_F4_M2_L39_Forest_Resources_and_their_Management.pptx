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Forest Resources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Forestry, Fishing and Mining as Economic Activities of the Primary Sector. The key notions we shall use today are: forest resources, timber, wild fruits, spices, fuelwood, medicines, conservation. At the end, you should be able to do this: learners are able to describe forest resources, their importance and how to conserve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Problems of Tropical Agriculture with Reference to Cameroon. The question was: Interview a farmer about his two main problems and propose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lack of fertiliser (solution: cooperative purchase) and cattle destroying crops (solution: grazing corridors and dialogue).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forest resources and give their global distribution. Number 2: identify forest products and their importance. Number 3: explain methods of forest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Forests cover large parts of the tropics. Timber is exported. Deforestation causes erosion.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report says the world loses forests the size of a football field every few seconds. Yet forests give timber, medicines, food and clean air to millions of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world is losing its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products of forests.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Timber and medicines (also food, fuelwood).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must forests be conserved?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useful and are disappearing.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forest products wisely and 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value and protect forest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largest forests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tropical forests of the Amazon, Congo Basin and South-East Asia, and the coniferous forests of Russia and Canada.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forest products.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fuelwood, wild fruits and medicines (also spices, honey).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roles of forests for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absorb carbon dioxide and protect soils and water (also shelter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roles of forests for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in logging and sawmills, and export income from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methods of forest conservation.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Reforestation, protected areas and controlled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Forest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Stock and Distribution. Forests are distributed as follows. On this slide we have Tropical forests and Temperate and coniferous forests.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Products and their Importance. Forests are important in the following ways. On this slide we have Products and On the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Products and their Importance. On this slide we have On the economy.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Conservation of Forest Resources. Forests are conserved in the following ways. On this slide we have Reforestation and Protected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of Forest Resources. On this slide we have Controlled logging.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forest products.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fuelwood, fruits and medicines.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methods of conservation.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timber; number 2, reforestation; number 3, carbon.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forest products used in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The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39: FOREST RESOURCES AND THEIR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Forest Resources and their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Forestry, Fishing and Mining as Economic Activities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Forest Resources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resources, timber, wild fruits, spices, fuelwood, medicines,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stock and distribution; forest products; importance of forest resources on the environment and on the economy;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forest resources, their importance and how to conserve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Problems of Tropical Agriculture with Reference to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farmer about his two main problems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lack of fertiliser (solution: cooperative purchase) and cattle destroying crops (solution: grazing corridors and dialogue).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forest resources and give their global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forest products and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methods of forest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cover large parts of the tropics.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causes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report says the world loses forests the size of a football field every few seconds. Yet forests give timber, medicines, food and clean air to millions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is losing its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products of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medicines (also food,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forests be conserved?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useful and are disappearing.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forest products wisely and 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value and protect forest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largest forests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forests of the Amazon, Congo Basin and South-East Asia, and the coniferous forests of Russia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wild fruits and medicines (also spices,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forests for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absorb carbon dioxide and protect soils and water (also shelter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forests for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in logging and sawmills, and export income from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methods of forest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protected areas and controlled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Forestry, Fishing and Mining as Economic Activities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39: Forest Resources and their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all the useful products and services provided by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Stock and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Amazon, the Congo Basin and South-East Asia.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and coniferous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Russia, Canada, Scandinavia and parts of Europe and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 Products and their Importance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timber, fuelwood, wild fruits, vegetables, spices and medicines.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absorb carbon dioxide, protect soils and water and shelter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 Products and their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provide jobs, raw materials and export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Conservation of Forest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conserved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planted where forests have been cut.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National parks and reserves protect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Conservation of Forest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logging: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limit cutting and require management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Conservation of Forest Resources</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fruits and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methods of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used for building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where they were cut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absorb ______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The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Fuelwood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Forest Resources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forest resources and give their global distribution. Identify forest products and their importance. Explain methods of forest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forest resources, their importance and how to conserve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Global Stock and Distribution; Forest Products and their Importance; Conservation of Forest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forest products used in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methods.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2026-09-28T21:15:08Z</dcterms:created>
  <dcterms:modified xsi:type="dcterms:W3CDTF">2026-09-28T21:15:08Z</dcterms:modified>
</cp:coreProperties>
</file>