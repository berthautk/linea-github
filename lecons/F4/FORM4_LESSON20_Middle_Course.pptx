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The Middle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open V-shaped valley, meanders, river cliffs, slip-off slopes. At the end, you should be able to do this: learners are able to recognise the landforms of the middle course and to choose safe places to build or farm along a winding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The Upper Course of a River. The question was: Stand on the Benue Bridge in Garoua or look at a photo of it. Draw the river and its bends, and mark where the water seems fastest.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 should show the Benue with bends (meanders) and sandbanks. The water is fastest on the outside of each bend and in the middle of the channel.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middle course. Number 2: explain how a river transports its load. Number 3: explain the formation of meanders, river cliffs and slip-off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upper course has steep slopes and vertical erosion. Waterfalls form where hard rock lies on soft rock. In the middle course, the gradient is gentler.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From the Benue Bridge in Garoua, Adama sees that the river bends. On the outside of the bend, the bank is steep. On the inside, there is a gentle beach of sand.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Adama does not know why the two banks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two banks.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Steep outside; gentle and sandy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a big bend in a river?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meander.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building on the outside of river bends where banks are eroded.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middle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river with big bends,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these big bends?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meander grows.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the water erode? Where does it deposit?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erodes the outside of the bend and deposits on the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cross-section of a meander.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steep bank on the outside of the bend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river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Middle Course. The middle course has the following characteristics. On this slide we have Slope and Valley.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Middle Course. On this slide we have Main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Middle Course. The middle course has the following landforms. On this slide we have Meander and River cliff.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Middle Course. On this slide we have Slip-off slope.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meander.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meander?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big bend in a river.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outside of a bend steep?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fast water erodes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meander; number 2, cliff; number 3,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the Niger Delta or the Nile Delta in your atlas. Draw its shape and name the sea it reaches.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The Lower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THE MIDDLE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Middle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The Middle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Open V-shaped valley, meanders, river cliffs, slip-off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middle course; landforms of the middle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of the middle course and to choose safe places to build or farm along a winding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The Upper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Stand on the Benue Bridge in Garoua or look at a photo of it. Draw the river and its bends, and mark where the water seems fastest.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 should show the Benue with bends (meanders) and sandbanks. The water is fastest on the outside of each bend and in the middle of the channel.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middle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 river transports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meanders, river cliffs and slip-off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upper course has steep slopes and vertical erosion.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Waterfalls form where hard rock lies on soft rock.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middle course, the gradient is gentler.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Benue Bridge in Garoua, Adama sees that the river bends. On the outside of the bend, the bank is steep. On the inside, there is a gentle beach of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 does not know why the two banks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two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outside; gentle and sandy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big bend 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building on the outside of river bends where banks are eroded.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middle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eand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with big bends,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big bends?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eander.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meander grows.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erode? Where does it deposit?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MEANDERS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erodes the outside of the bend and deposits on the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CLIFF AND SLIP-OFF SLOPE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iverclif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 of 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CLIFF AND SLIP-OFF SLOPE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steep bank on the outside of the bend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CLIFF AND SLIP-OFF SLOPE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river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The Middle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Middle Course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middle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gentle.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is wider with a flat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Middle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sideways into its banks by lateral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middle course has the following landforms: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Meander: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bend in a river.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cliff: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steep bank on the outside of a bend, where the fast water erodes.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Slip-off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bank on the inside of a bend, where the slow water deposits.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pic>
        <p:nvPicPr>
          <p:cNvPr id="4" name="Image 0" descr="/home/claude/f4/img/v2/meander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big bend 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outside of a bend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fast water erodes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big bend in a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steep bank on the outside is a river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gentle bank on the inside is a slip-off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Niger Delta or the Nile Delta in your atlas. Draw its shape and name the sea it reaches.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 concave / falaise de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Slip-off 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 convexe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Lateral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latérale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saltation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charriage / la 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banc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The Middle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middle course. Explain how a river transports its load. Explain the formation of meanders, river cliffs and slip-off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of the middle course and to choose safe places to build or farm along a winding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Middle Course; Landforms of the Middle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the Niger Delta or the Nile Delta in your atlas. Draw its shape and name the sea it reaches.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snake-like river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bend and mark the outside and the inside.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banks of the Benue at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“Ox-bow” by colinjackson1972, CC BY-NC 2.0, via Flickr (https://www.flickr.com/photos/8253719@N04/2329293239)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