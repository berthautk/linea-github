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33: Weather Elements: Humidity, Wind, Pressure and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humidity, wind direction, wind speed, atmospheric pressure, sunshine. At the end, you should be able to do this: learners are able to observe the humidity, wind and sky and predict simple changes in the weather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32: Weather Elements: Atmospheric Temperatures. The question was: Wet a piece of cloth and hang it outside in the morning and in the afternoon. Note how long it takes to dry each time.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cloth dries faster in the afternoon because the air is hotter and drier (lower humidity), so water evaporates faster.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humidity and relative humidity, and name their instrument. Number 2: describe how wind direction and wind speed are measured. Number 3: define atmospheric pressure and sunshine and name their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is measured with a thermometer inside a Stevenson screen. Mean daily temperature = (maximum + minimum) ÷ 2. Temperature data is shown with isotherms.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August, Hadja's washing takes a whole day to dry and the air feels heavy. In January, during the Harmattan, the same clothes dry in less than one hour.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Hadja does not know why clothes dry slowly in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 clothes dry fast?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January, during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air is dry: there is little water vapour.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weather instruments carefully and record the readings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humidity, wind, pressure and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clothes drying on a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clothes dry slowly when the air is wet?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air already has a lot of water vapour (high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windsock at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windsock show? Why is it useful for pilots?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direction and the force of the wind. Planes take off against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barometer.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barometer measure? What if it falls quickly?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pressure. A quick fall means rain or a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Atmospheric Humidity. Humidity is explained as follows. On this slide we have Humidity and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Atmospheric Humidity.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 Wind is observed and measured as follows. On this slide we have Wind and Wind direction.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Wind. On this slide we have Wind speed.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Pressure and Sunshine. Pressure and sunshine are measured as follows. On this slide we have Atmospheric pressure and Sunshine.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humidity?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amount of water vapour in the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Harmattan blows from the north-east. What is its name as a wind direction?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north-easterly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hygrometer; number 2, barometer; number 3,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Early tomorrow morning, look at the grass, leaves or cars near your house. Write down whether you see drops of water on them, and where you think the water came from.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34: Condensation.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33: WEATHER ELEMENTS: HUMIDITY, WIND, PRESSURE AND SUNSHINE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Elements: Humidity, Wind, Pressure and Sunshine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Humidity, wind direction, wind speed, atmospheric pressure,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humidity; wind direction; wind speed; atmospheric pressure; amount of sunshine.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32: Weather Elements: Atmospheric Temperatures):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a piece of cloth and hang it outside in the morning and in the afternoon. Note how long it takes to dry each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cloth dries faster in the afternoon because the air is hotter and drier (lower humidity), so water evaporates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humidity and relative humidity, and name their instrument.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wind direction and wind speed are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and sunshine and name their instruments.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is measured with a thermometer inside a Stevenson screen.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Mean daily temperature = (maximum + minimum) ÷ 2.</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data is shown with isotherms.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Hadja's washing takes a whole day to dry and the air feels heavy. In January, during the Harmattan, the same clothes dry in less than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Hadja does not know why clothes dry slowly in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clothes dry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during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dry: there is little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weather instruments carefully and record the readings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HUMIDITY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laund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Clothes drying on a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clothes dry slowly when the air is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already has a lot of water vapour (high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windso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windsock at 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windsock show? Why is it useful for pilots?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direction and the force of the wind. Planes take off against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AND SUNSHINE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barometer.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barometer.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AND SUNSHINE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barometer measure? What if it falls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PRESSURE AND SUNSHINE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pressure. A quick fall means rain or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Weather Elements: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Humidity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of water vapour in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hygrometer (wet and dry bulb thermometers) and given in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Atmospheric Humidity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humidity is high in August and low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Wind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is observed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air moving from high pressure to low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direction: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shown by a wind vane, and a wind is named after the direction it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Wind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speed: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an anemometer in km/h or knots.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Pressure and Sunshine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Pressure and sunshine are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weight of the air, measured with a barometer in millibars.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Sunshine: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hours of sunshine is measured with a sunshine recorder.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north-east. What is its name as a wind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north-easterly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Humidity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Air pressure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wind is named after the direction it comes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tomorrow morning, look at the grass, leaves or cars near your house. Write down whether you see drops of water on them, and where you think the water came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Hygrometer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L'hygromètre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direction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direction du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speed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 du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Sunshine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L'ensoleillement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L'isobare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humidity and relative humidity, and name their instrument. Describe how wind direction and wind speed are measured. Define atmospheric pressure and sunshine and name their instruments.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Atmospheric Humidity; Wind; Pressure and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Early tomorrow morning, look at the grass, leaves or cars near your house. Write down whether you see drops of water on them, and where you think the water came from.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situation of Hadja.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hold a piece of cloth in the wind.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that air has weight.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“Bright Blue Home” by Clav, CC BY-NC-SA 2.0, via Flickr (https://www.flickr.com/photos/37005711@N00/2797194021)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“Windsock” by Wajahat Mahmood, CC BY-SA 2.0, via Flickr (https://www.flickr.com/photos/26116471@N03/6613272897)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“Aneroid Barometer, with dial designed by Sir Napier Shaw, 1914” by Negretti &amp; Zambra; Shaw, Sir Napier, CC BY-NC-SA 4.0, via sciencemuseum (https://collection.sciencemuseumgroup.org.uk/objects/co54459/aneroid-barometer-with-dial-designed-by-sir-napier-shaw-1914)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