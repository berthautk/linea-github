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27: Agricultural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Agriculture as an Economic Activity of the Primary Sector. The key notions we shall use today are: arable farming, pastoral farming, intensive, extensive, subsistence, commercial. At the end, you should be able to do this: learners are able to classify agricultural systems and describe their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26: Agriculture. The question was: Draw the system of a farm you know with its inputs, processes and outputs.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inputs – land, seeds, family labour, fertiliser; processes – ploughing with oxen, sowing, weeding, harvesting; outputs – maize, cotton, income.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agricultural system. Number 2: classify systems into intensive and extensive. Number 3: describe the characteristics of each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Agriculture has inputs, processes and outputs. Some farms are small, others very large. Some farmers sell, others eat their harvest.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Netherlands, a small farm produces a lot using machines, fertiliser and greenhouses. In the Sahel, herders move over very large areas with few inputs.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compare different farming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farm uses many inputs on a small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Dutch farm (intensive).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uses few inputs on a large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Sahel herding (extensive).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farming methods that suit the land and the capital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classify the ways people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types of agriculture.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agricultural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way of farming defined by its inputs, methods and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cattle.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arable farming and pastoral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Arable farming grows crops; pastoral farming rears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greenhouse.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intensive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Using many inputs of labour or capital on a small area to get high yields.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herders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extensive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Using few inputs on a large area, with low yields per hectare.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subsistence and commercial farming.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Distinguish subsistence and commercial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Subsistence farming feeds the family; commercial farming produces for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Agricultural 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Agricultural systems are classified as follows. On this slide we have Arable and pastoral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On this slide we have Intensive farming and Extensive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On this slide we have Subsistence and commercial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agriculture.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Characteristics. The systems have the following characteristics. On this slide we have Intensive systems.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Characteristics. On this slide we have Extensive systems.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intensive and extensive farming.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intensive: many inputs on a small area. Extensive: few inputs on a large area.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intensive: market gardening. Extensive: nomadic herding.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arable; number 2, pastoral; number 3, commercial.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Classify three farms of your area as intensive or extensive and justify.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28: Intensive and Extensive Agriculture.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27: AGRICULTURAL SYSTEMS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Agricultural 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an Economic Activity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27: 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Arable farming, pastoral farming, intensive, extensive, subsistence, commercial.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classification (intensive and extensive); general characteristics of each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agricultural systems and describe their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26: Agriculture):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system of a farm you know with its inputs, processes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inputs – land, seeds, family labour, fertiliser; processes – ploughing with oxen, sowing, weeding, harvesting; outputs – maize, cotton,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agricultural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systems into intensive and extensive.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each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Agriculture has inputs, processes and outputs.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farms are small, others very large.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farmers sell, others eat their harvest.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Netherlands, a small farm produces a lot using machines, fertiliser and greenhouses. In the Sahel, herders move over very large areas with few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compare different farming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farm uses many inputs on a small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Dutch farm (intensive).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uses few inputs on a large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Sahel herding (extensive).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farming methods that suit the land and the capital available.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classify the ways people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gri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agricultural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way of farming defined by its inputs, methods and purpose.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ARABLE AND PASTORAL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ARABLE AND PASTORAL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arable farming and pastoral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ARABLE AND PASTORAL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Arable farming grows crops; pastoral farming rears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INTENSIVE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green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greenhouse.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INTENSIVE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intensive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INTENSIVE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many inputs of labour or capital on a small area to get high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EXTENSIVE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herd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Herders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EXTENSIVE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extensive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EXTENSIVE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few inputs on a large area, with low yields per hectare.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agri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Subsistence and commercial farming.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subsistence and commercial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Subsistence farming feeds the family; commercial farming produces for sale.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Agriculture as an Economic Activity of the Primary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27: Agricultural Systems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Agricultural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way of farming defined by its inputs, methods and purpose.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Agricultural systems are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Arable and pastoral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Arable farming grows crops, while pastoral farming rears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Intensive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many inputs on a small area and gives high yields per hectare.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Extensive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few inputs on a large area and gives low yields per hectare.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Subsistence and commercial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Subsistence farming feeds the family, while commercial farming sells its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a:t>
            </a:r>
            <a:endParaRPr lang="en-US" sz="3600" dirty="0"/>
          </a:p>
        </p:txBody>
      </p:sp>
      <p:pic>
        <p:nvPicPr>
          <p:cNvPr id="4" name="Image 0" descr="/home/claude/f4/img/v2/agri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systems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Intensive systems: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farms, much labour or capital, fertilisers and irrigation, as in market gardening.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Extensive systems: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areas, few workers, little capital, as in nomadic herding and wheat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intensive and extensive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Intensive: many inputs on a small area. Extensive: few inputs on a large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Intensive: market gardening. Extensive: nomadic herding.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Growing crops is ______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Rearing animals is ______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Farming for sale is ______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three farms of your area as intensive or extensive and justify.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Intensive and Extensive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Agricole (cultures)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Pastoral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Pastoral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Intensive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Intensif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Extensive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Extensif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Subsistence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subsistance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Commercial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Commercial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27: Agricultural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agricultural system. Classify systems into intensive and extensive. Describe the characteristics of each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agricultural systems and describe their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Classification; General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Classify three farms of your area as intensive or extensive and justify.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farming types.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market garden.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herding in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classify local farms.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“Organic farming, vegetable patch” by U.S. Department of Agriculture, CC0 1.0, via rawpixel (https://www.rawpixel.com/image/10995692/organic-farming-vegetable-patch)</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“Young cattle herders in Sénégal (West Africa)” by gbaku, CC BY-SA 2.0, via Flickr (https://www.flickr.com/photos/72105154@N00/525185172)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2026-10-02T05:13:30Z</dcterms:created>
  <dcterms:modified xsi:type="dcterms:W3CDTF">2026-10-02T05:13:30Z</dcterms:modified>
</cp:coreProperties>
</file>