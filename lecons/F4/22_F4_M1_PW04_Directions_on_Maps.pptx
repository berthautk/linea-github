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Directions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Reading. The key notions we shall use today are: compass direction, cardinal points, bearing. At the end, you should be able to do this: learners are able to give compass directions and bearings between places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Gridlines and Locational References on Maps. The question was: On a map extract, give the four-figure reference of a village and the six-figure reference of a church.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depend on the map. A correct answer writes the easting first: e.g. village 3452; church 347 523.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name the 16 compass directions. Number 2: define a bearing. Number 3: measure bearings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north arrow shows north. The Sun rises in the east. A circle has 360°.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hunter lost in the bush has a map and a compass. He knows the village is to the north-east, but he needs a more precise direction.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hunter needs a precise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he know?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village is to the north-east.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gives a more precise direction?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bearing in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measure bearings clockwise from north with a protractor.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find directions on maps and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compass rose.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four cardinal points and four intermediate points.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 E, S, W; NE, SE, SW, NW.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map extract.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find the direction of B from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 stand at A, draw a north line and see where B 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a bearing?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angle measured clockwise from north, from 0° to 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measuring a bearing.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the bearings of east, south and west.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090°, south 180°, west 270°.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back bearings.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The bearing from A to B is 060°. What is the bearing from B to 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060° + 180° = 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Compass direction and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Compass Directions. Directions are given as follows. On this slide we have Cardinal points and Intermediate points.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compass rose and bearings.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Bearings. Bearings are measured as follows. On this slide we have Method and Values.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Bearings. On this slide we have Back bearing.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bearing of south-east?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135°.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bearing from X to Y is 300°. Find the back bearing.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 − 180° = 120°.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clockwise; number 2, 270°; number 3, 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extract, give the direction and the bearing of a bridge from a church.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5: Scales and Map Measurements.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4: DIRECTIONS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Directions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Reading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Directions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 cardinal points, bearing.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Compass directions; bearings.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Gridlines and Locational References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four-figure reference of a village and the six-figure reference of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depend on the map. A correct answer writes the easting first: e.g. village 3452; church 347 523.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16 compass directions.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bearing.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bearings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arrow shows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Sun rises in the east.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circle has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hunter lost in the bush has a map and a compass. He knows the village is to the north-east, but he needs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hunter needs a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he know?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is to the north-east.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gives a more precise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bearing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bearings clockwise from north with a protractor.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find directions on maps and in the field.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compass rose.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cardinal points and four intermediate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 E, S, W; NE, SE, SW, NW.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find the direction of B from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COMPASS DIRECTIONS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stand at A, draw a north line and see where B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BEARINGS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angle measured clockwise from north, from 0° to 360°.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Measuring a bearing.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bearings of east, south and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MEASURING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090°, south 180°,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Back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A to B is 060°. What is the bearing from B to 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BACK BEARING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060° + 180° = 240°.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Reading</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Directions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Compass direction: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direction of a place given by the points of the compass.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angle measured clockwise from north to a place, in degrees.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Directions are given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Cardinal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 east, south and west.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Intermediate points: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north-east, south-east, south-west and north-west, with 16 points in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Compass Directions</a:t>
            </a:r>
            <a:endParaRPr lang="en-US" sz="3600" dirty="0"/>
          </a:p>
        </p:txBody>
      </p:sp>
      <p:pic>
        <p:nvPicPr>
          <p:cNvPr id="4" name="Image 0" descr="/home/claude/f4/img/v2/bearing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compass rose and bearings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Bearings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north line at the starting point and measure the angle clockwise with a protractor.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is 000°, east 090°, south 180° and west 270°.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Bearings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Back bearing: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bearing ± 180°.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bearing of south-east?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135°.</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bearing from X to Y is 300°. Find the back bearing.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 − 180° = 120°.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Bearings are measured ______ from north.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bearing of west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back bearing is the bearing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give the direction and the bearing of a bridge from a church.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5: Scales and Map Measurements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direction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Bearing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L'azimut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boussole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Clockwise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Dans le sens des aiguilles d'une montre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L'angle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Degree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degré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Directions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16 compass directions. Define a bearing. Measure bearings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give compass directions and bearings between places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Compass Directions; Bearings.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extract, give the direction and the bearing of a bridge from a church.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compass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practise with two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protractor.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them on the rose.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work it out.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2026-10-02T05:13:26Z</dcterms:created>
  <dcterms:modified xsi:type="dcterms:W3CDTF">2026-10-02T05:13:26Z</dcterms:modified>
</cp:coreProperties>
</file>