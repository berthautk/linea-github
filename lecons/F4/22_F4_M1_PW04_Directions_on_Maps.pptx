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Directions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compass direction, cardinal points, bearing. At the end, you should be able to do this: learners are able to give compass directions and bearings between places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Gridlines and Locational References on Maps. The question was: On a map extract, give the four-figure reference of a village and the six-figure reference of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A correct answer writes the easting first: e.g. village 3452; church 347 523.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16 compass directions. Number 2: define a bearing. Number 3: measure bearings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north arrow shows north. The Sun rises in the east. A circle has 360°.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hunter lost in the bush has a map and a compass. He knows the village is to the north-east, but he needs a more precise direction.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hunter needs a precise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know?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is to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gives a more precise direction?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bearing in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bearings clockwise from north with a protractor.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directions on maps and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compass rose.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cardinal points and four intermediate points.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 E, S, W; NE, SE, SW, NW.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B from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stand at A, draw a north line and see where B 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bearing?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from 0° to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a bearing.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the bearings of east, south and 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090°, south 180°, west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back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 bearing from A to B is 060°. What is the bearing from B to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 + 180° =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Compass direction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Compass Directions. Directions are given as follows. On this slide we have Cardinal points and Intermediate points.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compass rose and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Bearings. Bearings are measured as follows. On this slide we have Method and Values.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Bearings. On this slide we have Back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bearing of south-east?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135°.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bearing from X to Y is 300°. Find the back bearing.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 − 180° = 120°.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270°;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direction and the bearing of a bridge from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Scales and Map Measurements.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4: DIRECTIONS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Directions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Directions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 cardinal points, bearing.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directions; bearings.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Gridlines and Locational References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A correct answer writes the easting first: e.g. village 3452; church 347 523.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16 compass directions.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bearing.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bearings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arrow shows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rises in the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circle has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hunter lost in the bush has a map and a compass. He knows the village is to the north-east, but he needs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hunter needs a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know?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is to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bearing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bearings clockwise from north with a protractor.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directions on maps and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compass rose.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cardinal points and four intermediate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E, S, W; NE, SE, SW, NW.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B from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stand at A, draw a north line and see where B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from 0° to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bearing.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south and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090°, south 180°,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A to B is 060°. What is the bearing from B to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 + 180° = 240°.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Compass 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of a place given by the points of the compass.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measured clockwise from north to a place,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Cardinal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 east, south and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north-east, south-east, south-west and north-west, with 16 points in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compass rose and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Bearings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north line at the starting point and measure the angle clockwise with a protractor.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is 000°, east 090°, south 180° and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 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bearing of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X to Y is 300°. Find the back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 − 180° = 120°.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back bearing is the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Clockwise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Dans le sens des aiguilles d'une montre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Directions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16 compass directions. Define a bearing. Measure bearings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Compass Directions; Bearings.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direction and the bearing of a bridge from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compass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with two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them on the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work it out.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2026-09-29T03:11:42Z</dcterms:created>
  <dcterms:modified xsi:type="dcterms:W3CDTF">2026-09-29T03:11:42Z</dcterms:modified>
</cp:coreProperties>
</file>