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Lst>
  <p:notesMasterIdLst>
    <p:notesMasterId r:id="rId5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notesMaster" Target="notesMasters/notesMaster1.xml"/><Relationship Id="rId54" Type="http://schemas.openxmlformats.org/officeDocument/2006/relationships/presProps" Target="presProps.xml"/><Relationship Id="rId55" Type="http://schemas.openxmlformats.org/officeDocument/2006/relationships/viewProps" Target="viewProps.xml"/><Relationship Id="rId56" Type="http://schemas.openxmlformats.org/officeDocument/2006/relationships/theme" Target="theme/theme1.xml"/><Relationship Id="rId5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40: The Management of Forest Resources in Cameroon.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4. It belongs to Module II: Development and the Management of Primary Resources.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Management of Primary Resources, and the sub-topic is The Economic Development Potentials of Cameroon in the Primary Sector: Forestry. The key notions we shall use today are: forest distribution, logging, sawmill, forest management plan. At the end, you should be able to do this: learners are able to describe the exploitation and management of the forests of Cameroon.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39: Forest Resources and their Management. The question was: List five forest products used in your home.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Wooden furniture, firewood or charcoal, honey, bush mango or njangsa, and traditional medicines.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describe the distribution of the forests of Cameroon. Number 2: explain the methods and importance of exploitation. Number 3: explain the problems and conservation efforts.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Southern Cameroon has a dense forest. Timber is exported through Douala. Deforestation is a problem.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In the East Region, logging companies cut sapele and ayous trees, saw them at Bélabo and send them by train and lorry to Douala for export.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We want to understand forestry in Cameroon.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Name two trees cut.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Sapele and ayous.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How are logs transported?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By train and lorry to Douala.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denounce illegal logging and support reforestation.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one of the main riches of Cameroon.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forests of Cameroon.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Where are the main forests of Cameroon?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In the South, East, Centre, Littoral and South-West Regions.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a logging truck.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Describe the steps of exploitation.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Prospecting, felling with chainsaws, hauling, transport by lorry or train, sawing and export.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a sawmill.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Give two importance of forestry to the economy.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Jobs and export income (also timber for building and furniture).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a cleared forest.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Give three problems facing forest exploitation.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Illegal logging, poor roads and deforestation (also scattered valuable trees).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tree planting.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Give two efforts to conserve the forests of Cameroon.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1994 Forestry Law with management plans, and protected areas such as the Dja reserve.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Distribution. The forests of Cameroon are distributed as follows. On this slide we have Location.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forests of Cameroon.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Methods of Exploitation and Importance. Forests are exploited as follows. On this slide we have Methods and Importance.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Problems and Conservation Efforts. Forestry faces problems and conservation efforts. On this slide we have Problems and Efforts.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Where are the main forests of Cameroon?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in the South, East and Centre.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two conservation efforts.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the Forestry Law and protected areas.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illegal; number 2, 1994; number 3, Douala.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Name three valuable trees of the forests of Cameroon and one use of each.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Further Study 2: Deforestation in Cameroon and its Consequences.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LESSON 40: THE MANAGEMENT OF FOREST RESOURCES IN CAMEROON</a:t>
            </a:r>
            <a:endParaRPr lang="en-US" sz="14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jp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jp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jp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jp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4</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40</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The Management of Forest Resources in Cameroon</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4</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II: Development and the Management of Primary Resources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Management of Primary Resources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Economic Development Potentials of Cameroon in the Primary Sector: Forestry</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40: The Management of Forest Resources in Cameroon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Forest distribution, logging, sawmill, forest management plan.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Distribution; methods of exploitation; importance to the economy; problems facing exploitation; efforts to conserve the resource.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describe the exploitation and management of the forests of Cameroon.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39: Forest Resources and their Management):</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List five forest products used in your home.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Wooden furniture, firewood or charcoal, honey, bush mango or njangsa, and traditional medicines.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distribution of the forests of Cameroon.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methods and importance of exploitation.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problems and conservation efforts.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Southern Cameroon has a dense forest.</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Timber is exported through Douala.</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Deforestation is a problem.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the East Region, logging companies cut sapele and ayous trees, saw them at Bélabo and send them by train and lorry to Douala for export.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 want to understand forestry in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two trees cut.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Sapele and ayous.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are logs transported?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By train and lorry to Douala.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Denounce illegal logging and support reforestation.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one of the main riches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DISTRIBUTION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cmr_forest_big.png">    </p:cNvPr>
          <p:cNvPicPr>
            <a:picLocks noChangeAspect="1"/>
          </p:cNvPicPr>
          <p:nvPr/>
        </p:nvPicPr>
        <p:blipFill>
          <a:blip r:embed="rId1"/>
          <a:stretch>
            <a:fillRect/>
          </a:stretch>
        </p:blipFill>
        <p:spPr>
          <a:xfrm>
            <a:off x="1825600" y="1783080"/>
            <a:ext cx="85404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Forests of Cameroon.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DISTRIBUTION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are the main forests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DISTRIBUTION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the South, East, Centre, Littoral and South-West Regions.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METHODS OF EXPLOITATION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f2t_logging_truck.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logging truck.</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METHODS OF EXPLOITATION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Describe the steps of exploitation.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METHODS OF EXPLOITATION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Prospecting, felling with chainsaws, hauling, transport by lorry or train, sawing and export.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IMPORTANCE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usa_sawmill.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sawmill.</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IMPORTANCE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importance of forestry to the economy.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IMPORTANCE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Jobs and export income (also timber for building and furniture).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PROBLEMS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usa_clearcut.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cleared forest.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PROBLEMS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three problems facing forest exploitation.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PROBLEMS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Illegal logging, poor roads and deforestation (also scattered valuable trees).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5. CONSERVATION EFFORTS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f2t_tree_planting.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Tree planting.</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5. CONSERVATION EFFORTS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efforts to conserve the forests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5. CONSERVATION EFFORTS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1994 Forestry Law with management plans, and protected areas such as the Dja reserve.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Management of Primary Resources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The Economic Development Potentials of Cameroon in the Primary Sector: Forestry</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40: The Management of Forest Resources in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Distribution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forests of Cameroon are distributed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Location: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Dense forests cover the South, East, Centre, Littoral and South-West, about 40 % of the country.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Distribution</a:t>
            </a:r>
            <a:endParaRPr lang="en-US" sz="3600" dirty="0"/>
          </a:p>
        </p:txBody>
      </p:sp>
      <p:pic>
        <p:nvPicPr>
          <p:cNvPr id="4" name="Image 0" descr="/home/claude/f4/img/v2/cmr_forest_big.png">    </p:cNvPr>
          <p:cNvPicPr>
            <a:picLocks noChangeAspect="1"/>
          </p:cNvPicPr>
          <p:nvPr/>
        </p:nvPicPr>
        <p:blipFill>
          <a:blip r:embed="rId1"/>
          <a:stretch>
            <a:fillRect/>
          </a:stretch>
        </p:blipFill>
        <p:spPr>
          <a:xfrm>
            <a:off x="1825600" y="1783080"/>
            <a:ext cx="85404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forests of Cameroon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Methods of Exploitation and Importance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Forests are exploited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Methods: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Companies prospect, fell trees with chainsaws, haul and carry logs by lorry and train to sawmills and ports.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Importance: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Forestry gives jobs, export income and timber for building and furniture.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Problems and Conservation Efforts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Forestry faces problems and conservation efforts: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Problems: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Illegal logging, poor roads, scattered valuable trees and deforestation.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Efforts: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1994 Forestry Law, management plans, reforestation and protected areas such as the Dja.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are the main forests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the South, East and Centre.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conservation efforts.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Forestry Law and protected areas.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Cutting trees without permission is ______ logging.</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Forestry Law of Cameroon dates from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Logs are exported through the port of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three valuable trees of the forests of Cameroon and one use of each.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Further Study 2: Deforestation in Cameroon and its Consequences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8"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Logging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L'exploitation forestière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Sawmill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scierie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Chainsaw</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tronçonneuse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Export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L'exportation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Law</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loi</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Illegal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Illégal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Management of Primary Resources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40: The Management of Forest Resources in Cameroon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Describe the distribution of the forests of Cameroon. Explain the methods and importance of exploitation. Explain the problems and conservation efforts.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describe the exploitation and management of the forests of Cameroon.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Distribution; Methods of Exploitation and Importance; Problems and Conservation Efforts.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Name three valuable trees of the forests of Cameroon and one use of each.</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use the map.</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list the steps.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discuss.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discuss.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list efforts.</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Forms I–V, MINESEC (2023) — Form 4, Module II: Development and the Management of Primary Resources.</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“Logging truck, Cameroon” by World Resources, CC BY-NC-SA 2.0, via Flickr (https://www.flickr.com/photos/26107309@N05/4764354366)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“CBCF Project, Yogyakarta” by CIFOR, CC BY-NC-ND 2.0, via Flickr (https://www.flickr.com/photos/45423546@N07/35977173724)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“Managed Destruction” by Harlz_, CC BY-NC 2.0, via Flickr (https://www.flickr.com/photos/35169553@N06/4295797661)</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“Haitian Students Breathe New Life into Depleted Pine Forest” by United Nations Photo, CC BY-NC-ND 2.0, via Flickr (https://www.flickr.com/photos/35483578@N03/5860275159)</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51</Slides>
  <Notes>51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51</vt:i4>
      </vt:variant>
    </vt:vector>
  </HeadingPairs>
  <TitlesOfParts>
    <vt:vector size="5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2026-09-27T14:07:44Z</dcterms:created>
  <dcterms:modified xsi:type="dcterms:W3CDTF">2026-09-27T14:07:44Z</dcterms:modified>
</cp:coreProperties>
</file>