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notesMasterIdLst>
    <p:notesMasterId r:id="rId5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40: The Management of Forest Resources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II: Development and the Management of Primary Resources.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Management of Primary Resources, and the sub-topic is The Economic Development Potentials of Cameroon in the Primary Sector: Forestry. The key notions we shall use today are: forest distribution, logging, sawmill, forest management plan. At the end, you should be able to do this: learners are able to describe the exploitation and management of the forests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39: Forest Resources and their Management. The question was: List five forest products used in your home.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Wooden furniture, firewood or charcoal, honey, bush mango or njangsa, and traditional medicines.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distribution of the forests of Cameroon. Number 2: explain the methods and importance of exploitation. Number 3: explain the problems and conservation efforts.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Southern Cameroon has a dense forest. Timber is exported through Douala. Deforestation is a problem.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the East Region, logging companies cut sapele and ayous trees, saw them at Bélabo and send them by train and lorry to Douala for export.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 want to understand forestry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Name two trees cut.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Sapele and ayous.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How are logs transported?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By train and lorry to Douala.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denounce illegal logging and support reforestation.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one of the main riches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forests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Where are the main forests of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 the South, East, Centre, Littoral and South-West Regions.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logging truck.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Describe the steps of exploitation.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Prospecting, felling with chainsaws, hauling, transport by lorry or train, sawing and export.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sawmill.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two importance of forestry to the economy.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Jobs and export income (also timber for building and furniture).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cleared forest.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three problems facing forest exploitation.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Illegal logging, poor roads and deforestation (also scattered valuable trees).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tree planting.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efforts to conserve the forests of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1994 Forestry Law with management plans, and protected areas such as the Dja reserve.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Distribution. The forests of Cameroon are distributed as follows. On this slide we have Location.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forests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Methods of Exploitation. Forests are exploited by the following methods. On this slide we have Prospecting and Felling.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Methods of Exploitation. On this slide we have Transport.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Importance. Forestry is important for the following reasons. On this slide we have Jobs and Export income.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Importance. On this slide we have Building materials.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Problems. Forest exploitation faces the following problems. On this slide we have Illegal logging and Poor roads.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Problems. On this slide we have Scattered valuable trees and Deforestation.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Conservation Efforts. The forests are conserved by the following efforts. On this slide we have The Forestry Law of 1994 and Management plans.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Conservation Efforts. On this slide we have Reforestation and Protected areas.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Where are the main forests of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in the South, East and Centre.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conservation efforts.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Forestry Law and protected areas.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illegal; number 2, 1994; number 3, Douala.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three valuable trees of the forests of Cameroon and one use of each.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Further Study 2: Deforestation in Cameroon and its Consequences.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40: THE MANAGEMENT OF FOREST RESOURCES IN CAMEROON</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40</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Management of Forest Resources in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II: Development and the Management of Primary Resources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Management of Primary Resources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Economic Development Potentials of Cameroon in the Primary Sector: Forestry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40: The Management of Forest Resources in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Forest distribution, logging, sawmill, forest management plan.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Distribution; methods of exploitation; importance to the economy; problems facing exploitation; efforts to conserve the resource.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the exploitation and management of the forests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39: Forest Resources and their Management):</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five forest products used in your home.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Wooden furniture, firewood or charcoal, honey, bush mango or njangsa, and traditional medicines.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distribution of the forests of Cameroon.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methods and importance of exploitation.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problems and conservation efforts.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Southern Cameroon has a dense forest.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Timber is exported through Douala.</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Deforestation is a problem.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East Region, logging companies cut sapele and ayous trees, saw them at Bélabo and send them by train and lorry to Douala for export.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want to understand forestry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trees cut.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Sapele and ayous.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are logs transported?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train and lorry to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Denounce illegal logging and support reforestation.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one of the main riches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DISTRIBUTION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mr_forest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Forests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are the main forests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South, East, Centre, Littoral and South-West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METHODS OF EXPLOITATION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logging_truck.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logging truck.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METHODS OF EXPLOITATION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steps of exploitation.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METHODS OF EXPLOITATION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Prospecting, felling with chainsaws, hauling, transport by lorry or train, sawing and export.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IMPORTANCE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sawmil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sawmill.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IMPORTANCE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importance of forestry to the economy.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IMPORTANCE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Jobs and export income (also timber for building and furniture).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PROBLEMS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clearcu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cleared forest.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problems facing forest exploitation.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Illegal logging, poor roads and deforestation (also scattered valuable trees).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CONSERVATION EFFORTS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tree_plantin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Tree planting.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CONSERVATION EFFORTS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efforts to conserve the forests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CONSERVATION EFFORTS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1994 Forestry Law with management plans, and protected areas such as the Dja reserve.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Management of Primary Resources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The Economic Development Potentials of Cameroon in the Primary Sector: Forestry</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40: The Management of Forest Resources in Cameroon</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Distribution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forests of Cameroon are distributed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Dense forests cover the South, East, Centre, Littoral and South-West, about 40 % of the country.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Distribution</a:t>
            </a:r>
            <a:endParaRPr lang="en-US" sz="3600" dirty="0"/>
          </a:p>
        </p:txBody>
      </p:sp>
      <p:pic>
        <p:nvPicPr>
          <p:cNvPr id="4" name="Image 0" descr="/home/claude/f4/img/v2/cmr_forest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forests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Methods of Exploitation and Importance</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Methods of Exploitation</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Forests are exploited by the following methods: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Prospecting: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Companies look for valuable trees.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Felling: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Trees are cut down with chainsaws.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Methods of Exploitation and Importance</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700" b="1" dirty="0">
                <a:solidFill>
                  <a:srgbClr val="990011"/>
                </a:solidFill>
                <a:latin typeface="Times New Roman" pitchFamily="34" charset="0"/>
                <a:ea typeface="Times New Roman" pitchFamily="34" charset="-122"/>
                <a:cs typeface="Times New Roman" pitchFamily="34" charset="-120"/>
              </a:rPr>
              <a:t>A) Methods of Exploitation (continued)</a:t>
            </a:r>
            <a:endParaRPr lang="en-US" sz="27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Transport: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Logs are carried by lorry and train to sawmills and ports.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Methods of Exploitation and Importance</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Importance</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Forestry is important for the following reasons: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Jobs: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Many people work in logging and sawmills.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Export income: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Timber is sold abroad.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Methods of Exploitation and Importance</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Importance (continued)</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Building materials: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Timber is used for houses and furniture.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Problems and Conservation Efforts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Problems</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Forest exploitation faces the following problems: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Illegal logging: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Trees are cut without permission.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Poor roads: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Many forests are hard to reach.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Problems and Conservation Efforts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Problems (continued)</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Scattered valuable trees: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Good trees are far apart.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Deforestation: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Forests are disappearing.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Problems and Conservation Efforts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Conservation Efforts</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forests are conserved by the following efforts: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Forestry Law of 1994: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controls logging.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Management plans: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Companies must cut only some trees.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Problems and Conservation Efforts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900" b="1" dirty="0">
                <a:solidFill>
                  <a:srgbClr val="990011"/>
                </a:solidFill>
                <a:latin typeface="Times New Roman" pitchFamily="34" charset="0"/>
                <a:ea typeface="Times New Roman" pitchFamily="34" charset="-122"/>
                <a:cs typeface="Times New Roman" pitchFamily="34" charset="-120"/>
              </a:rPr>
              <a:t>B) Conservation Efforts (continued)</a:t>
            </a:r>
            <a:endParaRPr lang="en-US" sz="29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Reforestation: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Trees are planted again.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Protected areas: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Reserves such as the Dja protect the 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are the main forests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South, East and Centre.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conservation efforts.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Forestry Law and protected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Cutting trees without permission is ______ logging.</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Forestry Law of Cameroon dates from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Logs are exported through the port of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valuable trees of the forests of Cameroon and one use of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2: Deforestation in Cameroon and its Consequences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Logging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L'exploitation forestière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Sawmill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scierie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Chainsaw</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tronçonneuse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Export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L'exportation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Law</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loi</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Illegal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Illégal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Management of Primary Resources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40: The Management of Forest Resources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distribution of the forests of Cameroon. Explain the methods and importance of exploitation. Explain the problems and conservation efforts.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the exploitation and management of the forests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Distribution; Methods of Exploitation; Importance; Problems; Conservation Efforts.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three valuable trees of the forests of Cameroon and one use of each.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use the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 the steps.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list efforts.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4, Module II: Development and the Management of Primary Resources.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“Logging truck, Cameroon” by World Resources, CC BY-NC-SA 2.0, via Flickr (https://www.flickr.com/photos/26107309@N05/4764354366)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“CBCF Project, Yogyakarta” by CIFOR, CC BY-NC-ND 2.0, via Flickr (https://www.flickr.com/photos/45423546@N07/35977173724)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“Managed Destruction” by Harlz_, CC BY-NC 2.0, via Flickr (https://www.flickr.com/photos/35169553@N06/4295797661)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“Haitian Students Breathe New Life into Depleted Pine Forest” by United Nations Photo, CC BY-NC-ND 2.0, via Flickr (https://www.flickr.com/photos/35483578@N03/5860275159)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2026-10-02T05:13:33Z</dcterms:created>
  <dcterms:modified xsi:type="dcterms:W3CDTF">2026-10-02T05:13:33Z</dcterms:modified>
</cp:coreProperties>
</file>