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The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forest distribution, logging, sawmill, forest management plan. At the end, you should be able to do this: learners are able to describe the exploitation and management of the forests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Forest Resources and their Management. The question was: List five forest products used in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Wooden furniture, firewood or charcoal, honey, bush mango or njangsa, and traditional medicines.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the forests of Cameroon. Number 2: explain the methods and importance of exploitation. Number 3: explain the problems and conservation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through Douala. Deforestation is a problem.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logging companies cut sapele and ayous trees, saw them at Bélabo and send them by train and lorry to Douala for export.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forestry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trees cut.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Sapele and ayous.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logs transported?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train and lorry to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logging and support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one of the main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logging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steps of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Prospecting, felling with chainsaws, hauling, transport by lorry or train, sawing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forestry to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export income (also timber for building and furniture).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facing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Illegal logging, poor roads and deforestation (also scattered valuable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the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1994 Forestry Law with management plans, and protected areas such as the Dja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The forests of Cameroon are distributed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Importance. Forests are exploited as follows. On this slide we have Methods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Efforts. Forestry faces problems and conservation efforts. On this slide we have Problems and Efforts.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are the main forests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South, East and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Forestry Law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illegal; number 2, 1994;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valuable trees of the forests of Cameroon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Deforestation in Cameroon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40: THE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distribution, logging, sawmill, forest management plan.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Forest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Wooden furniture, firewood or charcoal, honey, bush mango or njangsa, and traditional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forests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methods and importance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 through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logging companies cut sapele and ayous trees, saw them at Bélabo and send them by train and lorry to Douala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forestry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and ayous.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logs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train and lorry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logging and support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one of the main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Prospecting, felling with chainsaws, hauling, transport by lorry or train, sawing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forestry to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export income (also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facing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and deforestation (also scattered valuable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the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with management plans, and protected areas such as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the South, East, Centre, Littoral and South-West, about 40 %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prospect, fell trees with chainsaws, haul and carry logs by lorry and train to sawmills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gives jobs, export income and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Efforts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Forestry faces problems and conservation efforts: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scattered valuable trees and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management plans, reforestation and protected areas such as the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and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without permission is ______ logging.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Forestry Law of Cameroon dates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Logs are exported through the port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Chainsaw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tronçonneuse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Illegal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the forests of Cameroon. Explain the methods and importance of exploitation. Explain the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Methods of Exploitation and Importance;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valuable trees of the forests of Cameroon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efforts.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