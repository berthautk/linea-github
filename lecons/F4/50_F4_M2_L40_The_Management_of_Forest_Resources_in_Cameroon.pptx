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40: The Management of Forest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The Economic Development Potentials of Cameroon in the Primary Sector: Forestry. The key notions we shall use today are: forest distribution, logging, sawmill, forest management plan. At the end, you should be able to do this: learners are able to describe the exploitation and management of the forests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39: Forest Resources and their Management. The question was: List five forest products used in your home.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Wooden furniture, firewood or charcoal, honey, bush mango or njangsa, and traditional medicines.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distribution of the forests of Cameroon. Number 2: explain the methods and importance of exploitation. Number 3: explain the problems and conservation efforts.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Southern Cameroon has a dense forest. Timber is exported through Douala. Deforestation is a problem.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East Region, logging companies cut sapele and ayous trees, saw them at Bélabo and send them by train and lorry to Douala for export.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forestry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trees cut.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Sapele and ayous.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are logs transported?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train and lorry to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denounce illegal logging and support reforestation.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one of the main riches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forests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 main forests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South, East, Centre, Littoral and South-West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logging truck.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steps of exploitation.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Prospecting, felling with chainsaws, hauling, transport by lorry or train, sawing and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sawmill.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importance of forestry to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and export income (also timber for building and furniture).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cleared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problems facing forest exploitation.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Illegal logging, poor roads and deforestation (also scattered valuable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tree planting.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efforts to conserve the forests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1994 Forestry Law with management plans, and protected areas such as the Dja reserve.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The forests of Cameroon are distributed as follows. On this slide we have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forests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Exploitation and Importance. Forests are exploited as follows. On this slide we have Methods and Importance.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and Conservation Efforts. Forestry faces problems and conservation efforts. On this slide we have Problems and Efforts.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Where are the main forests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the South, East and Centre.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conservation efforts.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Forestry Law and protected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illegal; number 2, 1994; number 3,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valuable trees of the forests of Cameroon and one use of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Deforestation in Cameroon and its Consequences.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40: THE MANAGEMENT OF FOREST RESOURCES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Management of Forest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Forestry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40: The Management of Forest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distribution, logging, sawmill, forest management plan.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methods of exploitation; importance to the economy; problems facing exploitation; efforts to conserve the resource.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exploitation and management of the forests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39: Forest Resources and their Management):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forest products used in your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Wooden furniture, firewood or charcoal, honey, bush mango or njangsa, and traditional medicines.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the forests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methods and importance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and conservation efforts.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Southern Cameroon has a dense forest.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Timber is exported through Douala.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Deforestation is a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East Region, logging companies cut sapele and ayous trees, saw them at Bélabo and send them by train and lorry to Douala for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forestry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trees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Sapele and ayous.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logs transported?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train and lorry to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Denounce illegal logging and support reforestation.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one of the main riches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main forests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South, East, Centre, Littoral and South-West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logging truck.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steps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Prospecting, felling with chainsaws, hauling, transport by lorry or train, sawing and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awmi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sawmill.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importance of forestry to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and export income (also timber for building and furniture).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learcu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cleared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facing forest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Illegal logging, poor roads and deforestation (also scattered valuable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CONSERVATION EFFORTS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 planting.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CONSERVATION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efforts to conserve the forests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CONSERVATION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1994 Forestry Law with management plans, and protected areas such as the Dja reserve.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Forestry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40: The Management of Forest Resources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forests of Cameroon are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forests cover the South, East, Centre, Littoral and South-West, about 40 % of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forests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 and Importance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Forests are exploited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Companies prospect, fell trees with chainsaws, haul and carry logs by lorry and train to sawmills and ports.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Forestry gives jobs, export income and timber for building and furniture.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Conservation Efforts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Forestry faces problems and conservation efforts: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Illegal logging, poor roads, scattered valuable trees and deforestation.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1994 Forestry Law, management plans, reforestation and protected areas such as the Dja.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main forests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South, East and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conservation efforts.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Forestry Law and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Cutting trees without permission is ______ logging.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Forestry Law of Cameroon dates from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Logs are exported through the port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valuable trees of the forests of Cameroon and one use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Deforestation in Cameroon and its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Logging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Sawmill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scierie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Chainsaw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tronçonneuse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Illegal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Illégal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40: The Management of Forest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distribution of the forests of Cameroon. Explain the methods and importance of exploitation. Explain the problems and conservation efforts.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exploitation and management of the forests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Distribution; Methods of Exploitation and Importance; Problems and Conservation Efforts.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valuable trees of the forests of Cameroon and one use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the steps.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efforts.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“CBCF Project, Yogyakarta” by CIFOR, CC BY-NC-ND 2.0, via Flickr (https://www.flickr.com/photos/45423546@N07/35977173724)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2026-09-28T21:15:08Z</dcterms:created>
  <dcterms:modified xsi:type="dcterms:W3CDTF">2026-09-28T21:15:08Z</dcterms:modified>
</cp:coreProperties>
</file>