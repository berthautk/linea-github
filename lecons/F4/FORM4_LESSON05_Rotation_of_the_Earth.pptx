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The Rotation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axis, rotation, tides, deflection of winds and ocean currents. At the end, you should be able to do this: learners are able to explain day and night, the rising of the Sun in the east, and the difference in time between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Calculation of Time and Date. The question was: Watch the sunrise and the sunset one day this week and write down the times. Write a sentence to explain why the Sun rises in the east.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sunrise about 6:00 and sunset about 18:15 in Garoua. The Sun rises in the east because the Earth turns from west to east.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rotation and the axis of the Earth. Number 2: illustrate the rotation of the Earth. Number 3: explain the effects of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15° of longitude = 1 hour. Places to the east are ahead in time. Cameroon uses GMT + 1.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morning in Garoua, the first light appears in the east. In the evening, the Sun disappears in the west. Oumarou's little sister thinks that the Sun walks around the Earth.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sister thinks that the Sun moves around the Earth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Sun rise and set?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rises in the east and sets in the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really moves?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Earth turns 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rotation of the Earth to explain day, night and time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day and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Earth turns on itself.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Watch Garoua (red dot). Why does it have day and then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turns. Garoua faces the Sun (day), then turns away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Sun low over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Sun seem to rise in the 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turns from west to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storm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winds of this storm turn in a circle. Which movement of the Earth makes them turn?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rotation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Rotation. The rotation of the Earth is explained as follows. On this slide we have Rotation and Axis.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Rotation. On this slide we have Direction and time.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rotation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Rotation. The rotation of the Earth has the following effects. On this slide we have Day and night and Sunrise in the east.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Rotation. On this slide we have Time difference, Deflection of winds and Tides.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rotation?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turning of the Earth on its axis.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effects of rotation.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day and night; the Sun seems to rise in the east.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axis; number 2, 24; number 3,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elder in which months the rainy season and the dry season start in Garoua. Write the months down.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The Revolution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THE ROTATION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Rotation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The Rotation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Axis, rotation, tides, deflection of winds and ocean currents.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Rotation: meaning, illustration and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day and night, the rising of the Sun in the east, and the difference in time between places.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Calculation of Time and Date):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sunrise and the sunset one day this week and write down the times. Write a sentence to explain why the Sun rises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sunrise about 6:00 and sunset about 18:15 in Garoua. The Sun rises in the east because the Earth turns from west to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rotation and the axis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Illustrate the rotation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15° of longitude = 1 hour.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Places to the east are ahead in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GMT + 1.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morning in Garoua, the first light appears in the east. In the evening, the Sun disappears in the west. Oumarou's little sister thinks that the Sun walks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sister thinks that the Sun moves around the Earth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Sun rise and set?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in the east and sets in the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really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on itself.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rotation of the Earth to explain day, night and time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ot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turns on itself.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Garoua (red dot). Why does it have day and then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Garoua faces the Sun (day), then turns away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unri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Sun low over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Sun seem to rise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from west to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hurrica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storm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winds of this storm turn in a circle. Which movement of the Earth makes them turn?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rotation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Rotation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Rotation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rotation of the Earth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turning of the Earth on its axis.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Axis: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imaginary line from the North Pole to the South Pole, tilted at 23½°.</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Rotation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 and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from west to east and makes one turn in 24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Rotation</a:t>
            </a:r>
            <a:endParaRPr lang="en-US" sz="3600" dirty="0"/>
          </a:p>
        </p:txBody>
      </p:sp>
      <p:pic>
        <p:nvPicPr>
          <p:cNvPr id="4" name="Image 0" descr="/home/claude/f4/img/v2/rotation_mid.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rotation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Rotation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rotation of the Earth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Day and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side facing the Sun has day while the other side has night.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Sunrise in the east: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rises in the east and sets in the west because the Earth turns eastwards.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Rotation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Time difference: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to the east see the Sun first, so they are ahead in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Deflection of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and ocean currents are bent to the right in the north and to the left in the south.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Rotation, with the pull of the Moon, gives two high tides a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turning of the Earth on its 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rotation.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and night; the Sun seems to rise in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on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One rotation takes ______ hours.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turns from west to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which months the rainy season and the dry season start in Garoua. Write the months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The Revolution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Axis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Sunrise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lever du soleil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Sunset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coucher du soleil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Deflection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The Rotation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rotation and the axis of the Earth. Illustrate the rotation of the Earth. Explain the effects of rotation.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day and night, the rising of the Sun in the east, and the difference in time between places.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Rotation; Effects of Rotation.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elder in which months the rainy season and the dry season start in Garoua. Write the months down.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turn a ball in front of a torch with a mark on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where the Sun rises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water turning when it goes down a sink.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“African Sunrise, Amboseli National Park” by Ray in Manila, CC BY 2.0, via Flickr (https://www.flickr.com/photos/21186555@N07/30385097358)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“NASA's Aqua Satellite Captures Hurricane Danielle” by NASA Goddard Photo and Video, CC BY 2.0, via nasa (https://www.flickr.com/photos/24662369@N07/4931591817)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2026-09-27T10:04:51Z</dcterms:created>
  <dcterms:modified xsi:type="dcterms:W3CDTF">2026-09-27T10:04:51Z</dcterms:modified>
</cp:coreProperties>
</file>