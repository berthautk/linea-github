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23: Global Solutions to Poverty and Underdevelopment.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II: Development and the Management of Primary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Process of Development, and the sub-topic is Challenges of Development and Fight against Underdevelopment. The key notions we shall use today are: millennium Development Goals (MDGs), Sustainable Development Goals (SDGs). At the end, you should be able to do this: learners are able to describe the MDGs and SDGs and evaluate their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22: Challenges of Development. The question was: Draw the poverty cycle and show where education can break it.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cycle: low income → low savings → low investment → low productivity → low income. Education raises productivity and income, breaking the cycle.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MDGs. Number 2: evaluate their successes and limitations. Number 3: describe the SDGs.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Poverty is a world problem. The United Nations helps countries. Development must be sustainable.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2000, world leaders promised to halve extreme poverty by 2015. In 2015, they made new promises for 2030 with 17 goals.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World leaders set goals to fight poverty.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were the goals of 2000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Millennium Development Goals (MDGs).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are the goals for 2030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Sustainable Development Goals (SDGs).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take part in actions that support the SDGs in your community.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world plan against poverty.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mDGs and SDGs.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many MDGs were there and for which period?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Eight goals, from 2000 to 2015.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children at school.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MDGs.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Halve extreme poverty and hunger; primary education for all (also reduce child deaths, fight HIV and malaria).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child vaccinated.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one success and one limitation of the MDGs.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Success: extreme poverty was halved in the world. Limitation: many African countries did not reach the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the SDGs.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many SDGs are there and for which period?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Seventeen goals, from 2015 to 2030.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planting trees.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new in the SDGs compared to the MDGs?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concern all countries and add climate, cities, peace and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MDGs and SDGs.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MDGs and their Evaluation. The MDGs are evaluated as follows. On this slide we have Goals and Successes.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MDGs and their Evaluation. On this slide we have Limitations.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SDGs. The SDGs are presented as follows. On this slide we have Goals and Novelty.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SDGs. On this slide we have Scope.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mDGs and SDGs.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How many MDGs and SDGs are there?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8 MDGs and 17 SDGs.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limitation of the MDGs.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many African countries did not reach them.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2015; number 2, 2030; number 3,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Choose one SDG and describe what your community does to achieve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24: Strategies for the Emergence of the NICs.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23: GLOBAL SOLUTIONS TO POVERTY AND UNDERDEVELOPMENT</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Global Solutions to Poverty and Underdevelopment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Development and the Management of Primary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Process of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Challenges of Development and Fight against Underdevelopment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23: Global Solutions to Poverty and Underdevelopment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Millennium Development Goals (MDGs), Sustainable Development Goals (SDGs).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MDGs: evaluation (successes and limitations); other solutions: the SDGs.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MDGs and SDGs and evaluate their results.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22: Challenges of Development):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poverty cycle and show where education can break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cycle: low income → low savings → low investment → low productivity → low income. Education raises productivity and income, breaking the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MDGs.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Evaluate their successes and limitations.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SDGs.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Poverty is a world problem.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United Nations helps countries.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Development must be sustainable.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2000, world leaders promised to halve extreme poverty by 2015. In 2015, they made new promises for 2030 with 17 goals.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World leaders set goals to fight poverty.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were the goals of 2000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Millennium Development Goals (MDGs).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goals for 2030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Sustainable Development Goals (SDGs).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Take part in actions that support the SDGs in your community.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world plan against poverty.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MDGs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mdg_sdg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MDGs and SDGs.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MDGs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many MDGs were there and for which period?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MDGs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Eight goals, from 2000 to 2015.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EXAMPLES OF MDGs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hildre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Children at school.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EXAMPLES OF MDGs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MDGs.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EXAMPLES OF MDGs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Halve extreme poverty and hunger; primary education for all (also reduce child deaths, fight HIV and malaria).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EVALUATION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vacci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child vaccinated.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success and one limitation of the MDGs.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Success: extreme poverty was halved in the world. Limitation: many African countries did not reach the goals.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SDGs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mdg_sdg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SDGs.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SDGs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many SDGs are there and for which period?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SDGs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Seventeen goals, from 2015 to 2030.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SDGs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ree_planting_sahe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Planting trees.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SDGs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new in the SDGs compared to the MDGs?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SDGs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concern all countries and add climate, cities, peace and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Process of Development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Challenges of Development and Fight against Underdevelopment</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23: Global Solutions to Poverty and Underdevelopment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MDGs: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were 8 goals set by the United Nations for 2000–2015 to reduce poverty.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SDGs: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17 goals set by the United Nations for 2015–2030 for sustainable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MDGs and their Evaluation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MDGs are evaluated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aimed to halve poverty and hunger, educate all children, reduce child deaths and fight diseases.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Successes: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Extreme poverty was halved and more children went to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MDGs and their Evaluation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Limitations: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African countries did not reach the goals because of lack of money and conflicts.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SDGs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SDGs are presented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aim to end poverty and hunger and give health, education, clean water and energy to all.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Novelty: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add climate action, sustainable cities, peace and protection of nature.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SDGs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Scope: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concern all countries, rich and poor.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SDGs</a:t>
            </a:r>
            <a:endParaRPr lang="en-US" sz="3600" dirty="0"/>
          </a:p>
        </p:txBody>
      </p:sp>
      <p:pic>
        <p:nvPicPr>
          <p:cNvPr id="4" name="Image 0" descr="/home/claude/f4/img/v2/mdg_sdg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MDGs and SDGs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many MDGs and SDGs are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8 MDGs and 17 SDGs.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limitation of the MDGs.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African countries did not reach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MDGs ended 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SDGs end 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There are ______ SDGs.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one SDG and describe what your community does to achieve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24: Strategies for the Emergence of the 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Goal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L'objectif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Hunger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faim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Education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L'éducation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United Nations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Nations unies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Success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succès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Limit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limite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Process of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23: Global Solutions to Poverty and Underdevelopment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MDGs. Evaluate their successes and limitations. Describe the SDGs.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MDGs and SDGs and evaluate their results.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MDGs and their Evaluation; The SDGs.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Choose one SDG and describe what your community does to achieve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some MDGs.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discuss goals.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results.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some SDGs.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the two.</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II: Development and the Management of Primary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“African school children” by World Resources, CC BY-NC-SA 2.0, via Flickr (https://www.flickr.com/photos/26107309@N05/2658469563)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“Isatu gets a vaccination for her 5 week old son” by World Bank Photo Collection, CC BY-NC-ND 2.0, via Flickr (https://www.flickr.com/photos/10816734@N03/26372818523)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“Nyando Climate Smart Villages Media Visit” by CGIAR Climate, CC BY-NC-SA 2.0, via Flickr (https://www.flickr.com/photos/55227776@N04/9720026817)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2026-09-27T14:07:42Z</dcterms:created>
  <dcterms:modified xsi:type="dcterms:W3CDTF">2026-09-27T14:07:42Z</dcterms:modified>
</cp:coreProperties>
</file>