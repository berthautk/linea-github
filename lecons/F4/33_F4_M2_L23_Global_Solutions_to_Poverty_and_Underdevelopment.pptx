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Global Solutions to Poverty and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millennium Development Goals (MDGs), Sustainable Development Goals (SDGs). At the end, you should be able to do this: learners are able to describe the MDGs and SDGs and evaluate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Challenges of Development. The question was: Draw the poverty cycle and show where education can break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cycle: low income → low savings → low investment → low productivity → low income. Education raises productivity and income, breaking the cycle.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Number 2: evaluate their successes and limitations. Number 3: describe the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Poverty is a world problem. The United Nations helps countries.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2000, world leaders promised to halve extreme poverty by 2015. In 2015, they made new promises for 2030 with 17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World leaders set goals to fight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goals of 2000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Millennium Development Goals (MDGs).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goals for 2030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actions that support the SDGs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world plan against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MDGs were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goals, from 2000 to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Halve extreme poverty and hunger; primary education for all (also reduce child deaths, fight HIV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limitation of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extreme poverty was halved in the world. Limitation: many African countries did not reach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SDGs are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Seventeen goals, from 2015 to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new in the SDGs compared to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concern all countries and add climate, cities, peace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MDGs and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their Evaluation. The MDGs are evaluated as follows. On this slide we have Goals and Successes.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their Evaluation. On this slide we have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SDGs. The SDGs are presented as follows. On this slide we have Goals and Novelty.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SDGs.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MDGs and SDGs are there?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 MDGs and 17 SDGs.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limitation of the MDGs.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African countries did not reach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2015; number 2, 2030; number 3,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Strategies for the Emergence of the 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GLOBAL SOLUTIONS TO POVERTY AND UNDERDEVELOPMENT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Solutions to Poverty and Underdevelopment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(MDGs), Sustainable Development Goals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evaluation (successes and limitations); other solutions: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Challenges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cycle: low income → low savings → low investment → low productivity → low income. Education raises productivity and income, breaking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their successes and limitations.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Poverty is a world problem.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United Nations helps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2000, world leaders promised to halve extreme poverty by 2015. In 2015, they made new promises for 2030 with 17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leaders set goals to fight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goals of 2000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Millennium Development Goals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goals for 2030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actions that support the SDGs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world plan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were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goals, from 2000 to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Halve extreme poverty and hunger; primary education for all (also reduce child deaths, fight HIV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extreme poverty was halved in the world. Limitation: many African countries did not reach the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SDGs are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Seventeen goals, from 2015 to 2030.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new in the SDGs compared to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and add climate, cities, peace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United Nations for 2000–2015 to reduce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United Nations for 2015–2030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MDGs are evaluated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aimed to halve poverty and hunger, educate all children, reduce child deaths and fight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Successes: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Extreme poverty was halved and more children went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 goals because of lack of money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SDGs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 to end poverty and hunger and give health, education, clean water and energy to 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Novelty: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climate action, sustainable cities, peace and protection of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rich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and SDGs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MDGs and 17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end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United Nations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Nations unies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Evaluate their successes and limitations. Describe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MDGs and their Evaluation;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some MDGs.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goals.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results.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some SDGs.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2026-09-28T21:15:05Z</dcterms:created>
  <dcterms:modified xsi:type="dcterms:W3CDTF">2026-09-28T21:15:05Z</dcterms:modified>
</cp:coreProperties>
</file>