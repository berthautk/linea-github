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Physical Weathering Processes and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rock at 1 p.m. and at 7 p.m.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a glass that breaks when hot water is poured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about big granite rocks near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road cracked by tree roots.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exfoliation 2. frost 3. minerals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Weathering Processes and Products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Weathering Processes: The Products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 Processes: The Products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Physical Weathering Processes and Products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changes, frost action, slaking, unloading.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 shattering; frost shattering; alternate wetting and drying; pressure release; physically induced biological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 and walls crack in the sun or break under roots, and to protect buildings from these effects.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physical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processes of physical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products of each process.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is the breaking down of rocks in their place.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weathering breaks rocks without changing their minerals.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is the main factor of weathering.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season, Yaya walks past a big granite rock. At midday, it is too hot to touch. Its outer surface peels off in thin layers, like an onion.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Yaya does not know why the rock peels off.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the rock very hot?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midday, in the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cools down.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rocks break into pieces.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xfoli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heating by day, cooling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the outer layer of the rock after many days and nights?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cracks and peels off.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gran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Round granite rocks in a hot, dry area.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granite rocks lost their outer layers again and again. What do we call this peeling of rock?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THERMAL SHATTERING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Exfoliation (onion weathering).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oo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 roots in a cracked rock.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 roots break the rock?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grow bigger in the cracks and push the rock apart.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Weathering Processes and Products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 Processes: The Products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Physical Weathering Processes and Products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breaking of rocks into pieces without changing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Exfoliation: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peeling of rock in thin layers.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Processes and Products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Heating and cooling: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peel off (exfoliation).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Frost: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freezes in cracks and breaks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Wetting and drying: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rocks crumble.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Roots and animals: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open cracks.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Release of pressure: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cracks in layers.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Processes and Products (2/2)</a:t>
            </a:r>
            <a:endParaRPr lang="en-US" sz="3600" dirty="0"/>
          </a:p>
        </p:txBody>
      </p:sp>
      <p:pic>
        <p:nvPicPr>
          <p:cNvPr id="13" name="Image 0" descr="/home/claude/f4/img/v2/exfoliation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peeling rock.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granite peel off in hot deserts?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gets hot by day and cold at night, again and again.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roots break rocks?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grow in cracks and push the rock apart.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peeling of rock like an onion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that freezes in cracks causes ______ shattering.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weathering does not change the ______ of the rock.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an old iron gate, a roofing sheet or a nail left in the rain. Write what happened to it and what colour it became.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Chemical Weathering Processes and Products.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Exfoliation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L'exfoliation / la desquamation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fissure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expand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dilater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contract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contracter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L'éboulis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racine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release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décompression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Physical Weathering Processes and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physical weathering. Explain the processes of physical weathering. Name the products of each process.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 and walls crack in the sun or break under roots, and to protect buildings from these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Physical weathering, Exfoliation; II. Processes and Products: Heating and cooling, Frost, Wetting and drying, Roots and animals, Release of pressure.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an old iron gate, a roofing sheet or a nail left in the rain. Write what happened to it and what colour it became.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“Sunset over Pyramid Rock” by Mark Wassell, CC BY-NC-ND 2.0, via Flickr (https://www.flickr.com/photos/61520356@N07/6515411027)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“Stones 'n' Roots” by erix!, CC BY 2.0, via Flickr (https://www.flickr.com/photos/68387408@N00/55692423)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2026-09-27T04:25:16Z</dcterms:created>
  <dcterms:modified xsi:type="dcterms:W3CDTF">2026-09-27T04:25:16Z</dcterms:modified>
</cp:coreProperties>
</file>