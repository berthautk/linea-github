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9: Description of Drainage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Initiation to Map Analysis, and the sub-topic is Map Interpretation. The key notions we shall use today are: drainage, main river, tributary, confluence, drainage pattern, direction of flow. At the end, you should be able to do this: learners are able to describe the drainage of a map extract.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8: Description of Relief and Sketching of Relief Areas from Maps. The question was: Draw a sketch map of the relief regions of a map extract and describe one region.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good answer shows a framed sketch with titled, keyed relief regions and a description such as: "The highland in the NW rises above 400 m (spot height 452 at 123 456) with steep slopes.".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drainage features on a map. Number 2: find the direction of flow of rivers. Number 3: describe drainage patterns and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Rivers are shown in blue. Rivers flow from high to low land. Contours show height.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map extract, the teacher asks the class to describe the rivers: where they flow, how many tributaries they have and what pattern they form.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describe the drainage of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are rivers shown?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blue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do we know where a river flows?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higher to lower contours.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give evidence such as grid references and contour heights when describing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describe rivers from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river features on a map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three drainage features on a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Rivers, lakes and swamps (also waterfalls, confluences).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river crossing contours.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 we find the direction of flow of a river?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river flows from higher to lower contours; tributaries join in the direction of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drainage patterns.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three drainage patterns.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Dendritic, radial and trellis (also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stream ordering.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does high drainage density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Many rivers per km², often on impermeable rocks or steep slopes.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river on a map.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Describe the main river of this extract.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flows across the map with meanders, an ox-bow lake and swamps on its floodplain.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Drainage and Drainage pattern.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Describing Drainage. Drainage is described with the following elements. On this slide we have Features and Direction of flow.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Describing Drainage. On this slide we have Density.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Drainage Patterns. Rivers form the following patterns. On this slide we have Dendritic and Radial.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Drainage Patterns. On this slide we have Trellis.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drainage patterns.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do we find the direction of flow of a river?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flows from higher to lower contours.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three drainage patterns.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dendritic, radial and trellis.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tributary; number 2, dendritic; number 3, radial.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Describe the drainage of a map extract in five sentences.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18: The Notion of Development.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9: DESCRIPTION OF DRAINAGE ON MAPS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Description of Drainage on Maps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Initiation to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Interpretation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9: Description of Drainage on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Drainage, main river, tributary, confluence, drainage pattern, direction of flow.</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Description of drainage on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drainage of a map extract.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8: Description of Relief and Sketching of Relief Areas from Maps):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relief regions of a map extract and describe one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good answer shows a framed sketch with titled, keyed relief regions and a description such as: "The highland in the NW rises above 400 m (spot height 452 at 123 456) with steep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drainage features on a map.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Find the direction of flow of rivers.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drainage patterns and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are shown in blue.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flow from high to low land.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Contours show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extract, the teacher asks the class to describe the rivers: where they flow, how many tributaries they have and what pattern they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describe the drainage of the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rivers shown?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blue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we know where a river flows?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higher to lower contours.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evidence such as grid references and contour heights when describing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describe rivers from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DRAINAGE FEATURES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opo_riv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River features on a map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DRAINAGE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drainage features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DRAINAGE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lakes and swamps (also waterfalls, confluences).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DIRECTION OF FLOW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opo_relief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river crossing contours.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DIRECTION OF FLOW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we find the direction of flow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DIRECTION OF FLOW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flows from higher to lower contours; tributaries join in the direction of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DRAINAGE PATTERNS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drain_patter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Drainage patterns.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DRAINAGE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drainage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DRAINAGE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Dendritic, radial and trellis (also parallel).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DRAINAGE DENSITY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trahl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Stream ordering.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DRAINAGE DENSITY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high drainage density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DRAINAGE DENSITY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rivers per km², often on impermeable rocks or steep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DESCRIPTION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opo_riv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river on a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DESCRIPTION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main river of this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DESCRIPTION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flows across the map with meanders, an ox-bow lake and swamps on its floodplain.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Initiation to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Map Interpretation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9: Description of Drainage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all the rivers, lakes and swamps of an area.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shape formed by a river and its tributaries.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Describing Drainage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Drainage is described with the following elements: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name the main river, its tributaries, lakes, swamps and waterfalls.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Direction of flow: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flow from higher to lower contours.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Describing Drainage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say whether there are many or few rivers in the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Drainage Patterns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Rivers form the following patterns: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Dendritic: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looks like the branches of a tree on uniform rock.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Radial: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flow outwards from a central hill or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Drainage Patterns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Trellis: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Tributaries join the main river at right angles.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Drainage Patterns</a:t>
            </a:r>
            <a:endParaRPr lang="en-US" sz="3600" dirty="0"/>
          </a:p>
        </p:txBody>
      </p:sp>
      <p:pic>
        <p:nvPicPr>
          <p:cNvPr id="4" name="Image 0" descr="/home/claude/f4/img/v2/drain_patter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drainage patterns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we find the direction of flow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flows from higher to lower contours.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drainage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Dendritic, radial and trellis.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river joining a bigger one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tree-like pattern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Rivers flowing out from a volcano form a ______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drainage of a map extract in five sentences.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The Notion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Drainage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L'hydrographie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Tributary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L'affluent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Confluence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confluence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Pattern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Swamp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marécage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L'écoulement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Initiation to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9: Description of Drainage on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drainage features on a map. Find the direction of flow of rivers. Describe drainage patterns and density.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drainage of a map extract.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Describing Drainage; Drainage Patterns.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drainage of a map extract in five sentences.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practise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patterns.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two areas.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orally.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2026-09-29T03:11:44Z</dcterms:created>
  <dcterms:modified xsi:type="dcterms:W3CDTF">2026-09-29T03:11:44Z</dcterms:modified>
</cp:coreProperties>
</file>