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9: Description of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drainage, main river, tributary, confluence, drainage pattern, direction of flow. At the end, you should be able to do this: learners are able to describe the drainage of a map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8: Description of Relief and Sketching of Relief Areas from Maps. The question was: Draw a sketch map of the relief regions of a map extract and describe one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shows a framed sketch with titled, keyed relief regions and a description such as: "The highland in the NW rises above 400 m (spot height 452 at 123 456) with steep slopes.".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drainage features on a map. Number 2: find the direction of flow of rivers. Number 3: describe drainage patterns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are shown in blue. Rivers flow from high to low land. Contours show height.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teacher asks the class to describe the rivers: where they flow, how many tributaries they have and what pattern they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the drainage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rivers shown?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blue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we know where a river flows?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give evidence such as grid references and contour heights when describing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rivers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river features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drainage features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Rivers, lakes and swamps (also waterfalls,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river crossing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find the direction of flow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higher to lower contours; tributaries join in the direction of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drainage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radial and trellis (also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high drainage density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per km², often on impermeable rocks or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river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main river of this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across the map with meanders, an ox-bow lake and swamps on its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Describing Drainage. Drainage is described with the following elements. On this slide we have Features and Direction of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Describing Drainage. On this slide we have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Rivers form the following patterns. On this slide we have Dendritic and Radial.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On this slide we have Trellis.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we find the direction of flow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flows from higher to lower contours.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drainage patterns.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dendritic, radial and trellis.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tributary; number 2, dendritic; number 3, radial.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drainage of a map extract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9: DESCRIPTION OF DRAINAGE ON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9: Description of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main river, tributary, confluence, drainage pattern, direction of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Description of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drainage of a map extract.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8: Description of Relief and Sketching of Relief Areas from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relief regions of a map extract and describe one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shows a framed sketch with titled, keyed relief regions and a description such as: "The highland in the NW rises above 400 m (spot height 452 at 123 456) with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drainage features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direction of flow of rivers.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drainage patterns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are shown in blue.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high to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teacher asks the class to describe the rivers: where they flow, how many tributaries they have and what pattern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the drainage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rivers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blue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know where a river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evidence such as grid references and contour heights when describing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rivers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features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swamps (also waterfalls,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crossing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flow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higher to lower contours; tributaries join in the direction of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radial and trellis (also parallel).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per km², often on impermeable rocks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main river of this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across the map with meanders, an ox-bow lake and swamps on its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9: Description of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rivers, lakes and swamps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formed by a river and its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with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main river, its tributaries, lakes, swamps and waterfalls.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of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say whether there are many or few rivers in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form the following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Dendritic: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looks like the branches of a tree on uniform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from a central hill or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Trellis: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join the main river at right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flow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radial and trellis.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joining a bigger one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Rivers flowing out from a volcano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drainage of a map extract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9: Description of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drainage features on a map. Find the direction of flow of rivers. Describe drainage patterns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drainage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Describing Drainage;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drainage of a map extract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two areas.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orally.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2026-09-27T14:07:41Z</dcterms:created>
  <dcterms:modified xsi:type="dcterms:W3CDTF">2026-09-27T14:07:41Z</dcterms:modified>
</cp:coreProperties>
</file>