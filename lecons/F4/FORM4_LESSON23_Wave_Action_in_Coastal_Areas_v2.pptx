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start a new sub-topic: wave action along the coast. Lesson 23 is about waves in coastal areas.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observations of waves made by the wind.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blow on a plate of water.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beach with an arrow up and an arrow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a calm day and a stormy day at the beach.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wind 2. backwash 3. destructive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23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Action in Coastal Areas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Wave Action along the Coast and Impacts on Man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 Action along the Coast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23: Wave Action in Coastal Areas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Wave, fetch, swash, backwash, longshore drift.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waves; types of waves (constructive and destructive).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waves form and to recognise dangerous waves on a beach, for example at Kribi or Limbe.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wave and explain its cause.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of the strength of waves.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constructive and destructive waves.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 erode, transport and deposit.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 drop their load where they lose energy.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Waves are an agent of denudation along the coast.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windy day, Moussa sees small waves on the Benue. His cousin in Kribi says that the waves of the Atlantic Ocean are much bigger and stronger.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Moussa does not know why some waves are bigger than others.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makes the waves?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blowing on the water.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sea waves bigger?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blows longer over a very large area of water.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waves and their work on the coast.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OF WAVES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wav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Waves on the coast.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OF WAVES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causes most waves?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OF WAVES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blowing on the sea.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OF WAVES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was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water goes up the beach and comes back.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OF WAVES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the water going up the beach? And coming back?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OF WAVES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Up: the swash. Back: the backwash.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WAVES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bigwav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Big waves in a storm.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WAVES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high waves take sand away from the beach. What type of waves are they?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WAVES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Destructive waves.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 Action in Coastal Areas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Wave Action along the Coast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23: Wave Action in Coastal Areas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movement of the water of the sea.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Swash: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water that goes up the beach.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Backwash: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water that goes back to the sea.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Fetch: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distance of sea over which the wind blows.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Strength of Waves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Wind: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stronger wind makes bigger waves.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longer it blows, the bigger the waves.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Fetch: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long fetch makes big waves.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of Waves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Constructive: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 waves; strong swash; they build beaches.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Destructive: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waves; strong backwash; they destroy beaches.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of Waves (2/2)</a:t>
            </a:r>
            <a:endParaRPr lang="en-US" sz="3600" dirty="0"/>
          </a:p>
        </p:txBody>
      </p:sp>
      <p:pic>
        <p:nvPicPr>
          <p:cNvPr id="13" name="Image 0" descr="/home/claude/f4/img/v2/waves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two types of waves.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swash?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water that goes up the beach.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difference between constructive and destructive waves.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Constructive waves build the beach; destructive waves destroy it.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waves are caused by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going back to the sea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waves that destroy the beach are ______ waves.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Look at photos of the coast of Limbe or Kribi. Draw a rocky part of the coast and name any holes, arches or rocks in the sea that you see.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24: Main Erosional Processes and Features of Wave Action.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vague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côte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jet de rive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Backwash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nappe de retrait / le ressac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fetch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tempête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courant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23: Wave Action in Coastal Areas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 wave and explain its cause. Explain the factors of the strength of waves. Distinguish constructive and destructive waves.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waves form and to recognise dangerous waves on a beach, for example at Kribi or Limbe.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Wave, Swash, Backwash, Fetch; II. Strength of Waves: Wind, Time, Fetch; III. Types of Waves: Constructive, Destructive.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at photos of the coast of Limbe or Kribi. Draw a rocky part of the coast and name any holes, arches or rocks in the sea that you see.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“Carpinteria Bluffs, California (5)” by Ken Lund, CC BY-SA 2.0, via Flickr (https://www.flickr.com/photos/75683070@N00/4063056130)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“Wave Explosion, Monterey Bay, California” by John William Hammond, CC BY-NC-SA 2.0, via Flickr (https://www.flickr.com/photos/8398907@N02/16328053911)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2026-09-26T10:44:22Z</dcterms:created>
  <dcterms:modified xsi:type="dcterms:W3CDTF">2026-09-26T10:44:22Z</dcterms:modified>
</cp:coreProperties>
</file>