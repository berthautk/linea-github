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8: Rocks.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stones collected by learners. Use them in Part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piece of granite from the school yard.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layers in a cut road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marble 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igneous 2. sedimentary 3. metamorphic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 — Internal Structure of the Earth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Structure of the Earth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8: Rocks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Igneous rock, sedimentary rock, metamorphic rock.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Definition; classification according to origin (igneous, sedimentary, metamorphic): characteristics and main examples of each type; the rock cycle (illustration only).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main types of rocks around them and to choose suitable rocks for building.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rock.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rocks according to their origin.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characteristics and examples of each type of rock.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rock cycle.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crust is the solid outer layer of the Earth.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mantle is very hot rock that flows slowly.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Magma is molten rock under the ground.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Garoua, a new mosque is built on hard grey stones with small crystals. Some walls are made of blocks with thin layers. Kadidja wonders why the stones are different.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Kadidja does not know why rocks are different.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two kinds of stones.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grey stones with crystals, and stones with layers.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are rocks grouped?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way they were formed: igneous, sedimentary, metamorphic.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rocks around us.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IGNEOUS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gran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granite rocks.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IGNEOUS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Granite has crystals. How was it formed?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IGNEOUS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magma cooled and became hard. It is an igneous rock.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SEDIMENTARY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sandsto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rock with layers.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SEDIMENTARY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rock has layers. How was it formed?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SEDIMENTARY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Layers of sand and mud were pressed together. It is a sedimentary rock.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METAMORPHIC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mar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block of marble in a quarry.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METAMORPHIC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Marble was limestone. What changed it?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METAMORPHIC ROCKS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Great heat and pressure. It is a metamorphic rock.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Structure of the Earth: Building Processes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Internal Structure of the Earth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8: Rocks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hard natural material of the crust.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melted rock under the ground.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Fossil: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mark of an old plant or animal in a rock.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Rocks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Igneous: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Formed when magma cools (granite, basalt).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Sedimentary: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Formed from layers (sandstone, limestone).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Metamorphic: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Changed by heat and pressure (marble).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Fossils: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found in sedimentary rocks.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Rock Cycle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type of rock can become another type.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Rock Cycle (2/2)</a:t>
            </a:r>
            <a:endParaRPr lang="en-US" sz="3600" dirty="0"/>
          </a:p>
        </p:txBody>
      </p:sp>
      <p:pic>
        <p:nvPicPr>
          <p:cNvPr id="13" name="Image 0" descr="/home/claude/f4/img/v2/rock_cyc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rock cycle.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are igneous rocks formed?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magma or lava cools and becomes hard.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example of a metamorphic rock.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Marble (or slate, gneiss).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Granite is an ______ rock.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formed from layers are ______ rocks.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 and pressure make ______ rocks.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a map of the world. Cut out, or trace, Africa and South America and try to fit their coasts together. Write what you notice.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9: The Theory of Continental Drift.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roche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minéral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Igneous rock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roche magmatique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Sedimentary rock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roche sédimentaire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Metamorphic rock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roche métamorphique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Fossil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fossile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couche / la strate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cycle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cycle des roches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8: Rocks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rock. Classify rocks according to their origin. Give the characteristics and examples of each type of rock. Draw the rock cycle.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recognise the main types of rocks around them and to choose suitable rocks for building.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Rock, Magma, Fossil; II. Types of Rocks: Igneous, Sedimentary, Metamorphic, Fossils; III. The Rock Cycle: Meaning.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a map of the world. Cut out, or trace, Africa and South America and try to fit their coasts together. Write what you notice.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Structure of the Earth: Building Processes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“Sunset over Pyramid Rock” by Mark Wassell, CC BY-NC-ND 2.0, via Flickr (https://www.flickr.com/photos/61520356@N07/6515411027)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“Grand Canyon: Tapeats Sandstone 0283” by Grand Canyon NPS, CC BY 2.0, via Flickr (https://www.flickr.com/photos/50693818@N08/8238057843)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“Marble quarry, Carrara” by Russell Carman, CC BY-NC-SA 2.0, via Flickr (https://www.flickr.com/photos/11328254@N02/2095886412)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2026-09-26T10:44:20Z</dcterms:created>
  <dcterms:modified xsi:type="dcterms:W3CDTF">2026-09-26T10:44:20Z</dcterms:modified>
</cp:coreProperties>
</file>