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17: Chemical Weathering Processes and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Denudation Processes, Landforms and Impacts on Man — Weathering Processes: The Products and Impacts on Man.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Denudation Processes, Landforms and Impacts on Man, and the sub-topic is Weathering Processes: The Products and Impacts on Man. The key notions we shall use today are: solution, carbonation, hydrolysis, oxidation, hydration, chemically induced biological weathering. At the end, you should be able to do this: learners are able to explain why rocks rot and soils become red or clayey, and to protect metal and cement from the effects of water and 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16: Physical Weathering Processes and Products. The question was: Look at an old iron gate, a roofing sheet or a nail left in the rain. Write what happened to it and what colour it became.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iron became rusty: it turned reddish-brown and weak, and pieces flake off. This is oxidation, a form of chemical weathering.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chemical weathering. Number 2: explain the main processes of chemical weathering. Number 3: name the products of each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Physical weathering breaks rocks without changing their minerals. Thermal shattering is common in hot, dry areas. Chemical weathering is fastest in hot, wet climates.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the rainy season, Kaltouma sees that the old metal gate of her compound is reddish-brown. It flakes and crumbles. A new gate still shines.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old gate is rusting and breaking.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makes it rust?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Rain and the air (oxygen).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Can rocks also rust?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Yes, rocks with iron become red: oxidation.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explain the red soils and caves around us by chemical weathering.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how rain and air change rocks.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rusty metal.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Rain and air make iron red. What is this process?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Oxidation.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red soil in a dry area.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are many soils around Garoua red?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iron in the soil is oxidised (rusted).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cave in limestone.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Rain water dissolves limestone. What forms after a long time?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Caves (with stalactites).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Chemical weathering.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Processes and Products of Chemical Weathering. Chemical weathering takes place through the following processes. On this slide we have Solution and Carbonation.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Processes and Products of Chemical Weathering. On this slide we have Hydrolysis, Oxidation and Hydration.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Processes and Products of Chemical Weathering. On this slide we have Biological action.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Why are the soils of Garoua red?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iron in them is oxidised.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does carbonation produce in limestone?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caves.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oxidation; number 2, carbonation; number 3, hydrolysis.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Ask a farmer in your family where the soil of his farm comes from, and ask if he has seen rocks fall or roads blocked after heavy rain. Write his answers.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Further Study 2: The Impact of Weathering on the Environment.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17: CHEMICAL WEATHERING PROCESSES AND PRODUCTS</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17</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Chemical Weathering Processes and Products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Denudation Processes, Landforms and Impacts on Man — Weathering Processes: The Products and Impacts on Man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Denudation Processes, Landforms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Weathering Processes: The Products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17: Chemical Weathering Processes and Products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Solution, carbonation, hydrolysis, oxidation, hydration, chemically induced biological weathering.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Processes and products of chemical weathering: solution, carbonation, hydrolysis, oxidation, hydration and chemically induced biological weathering.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why rocks rot and soils become red or clayey, and to protect metal and cement from the effects of water and air.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16: Physical Weathering Processes and Products):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at an old iron gate, a roofing sheet or a nail left in the rain. Write what happened to it and what colour it became.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iron became rusty: it turned reddish-brown and weak, and pieces flake off. This is oxidation, a form of chemical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chemical weathering.</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main processes of chemical weathering.</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Name the products of each process.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Physical weathering breaks rocks without changing their minerals.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Thermal shattering is common in hot, dry areas.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Chemical weathering is fastest in hot, wet climates.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rainy season, Kaltouma sees that the old metal gate of her compound is reddish-brown. It flakes and crumbles. A new gate still shines.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old gate is rusting and breaking.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makes it rust?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 and the air (oxygen).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Can rocks also rust?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Yes, rocks with iron become red: oxidation.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the red soils and caves around us by chemical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how rain and air change rocks.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OXIDATION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rus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Rusty metal.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OXIDATION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 and air make iron red. What is this process?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OXIDATION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Oxidation.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OXIDATION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redsoi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Red soil in a dry area.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OXIDATION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many soils around Garoua red?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OXIDATION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iron in the soil is oxidised (rusted).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CARBONATION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kars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cave in limestone.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CARBONATION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 water dissolves limestone. What forms after a long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CARBONATION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Caves (with stalactites).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Denudation Processes, Landforms and Impacts on Man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Weathering Processes: The Products and Impacts on Man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17: Chemical Weathering Processes and Products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Chemical weathering: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decay of rocks by a change in their minerals.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Processes and Products of Chemical Weathering</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Chemical weathering takes place through the following processes: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Solution: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dissolves soluble minerals such as rock salt.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Carbonation: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Rainwater with carbon dioxide dissolves limestone and forms caves.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Processes and Products of Chemical Weathering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Hydrolysis: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reacts with feldspar in granite and changes it into clay.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Oxidation: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Oxygen reacts with iron in rocks and makes them rusty and red, as in red soils.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Hydration: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Some minerals take in water, swell and break the 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Processes and Products of Chemical Weathering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Biological action: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Acids from rotting plants and lichens attack rocks.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the soils of Garoua red?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iron in them is oxidised.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carbonation produce in limestone?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rusting of iron in rocks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Rain water dissolves limestone by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Granite changes into clay by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a farmer in your family where the soil of his farm comes from, and ask if he has seen rocks fall or roads blocked after heavy rain. Write his answers.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2: The Impact of Weathering on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Solution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dissolution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Oxidation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L'oxydation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Carbonation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carbonatation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Hydrolysis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L'hydrolyse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Hydration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L'hydratation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Rust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rouille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Clay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L'argile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Limestone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calcaire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Denudation Processes, Landforms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17: Chemical Weathering Processes and Products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chemical weathering. Explain the main processes of chemical weathering. Name the products of each process.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why rocks rot and soils become red or clayey, and to protect metal and cement from the effects of water and air.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Processes and Products of Chemical Weathering.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Ask a farmer in your family where the soil of his farm comes from, and ask if he has seen rocks fall or roads blocked after heavy rain. Write his answers.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show a rusty nail and a new nail.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show red soil from the school yard.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drop a piece of chalk in vinegar: it slowly dissolves.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Denudation Processes, Landforms and Impacts on Man.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“Lock down!” by ViNo Gv, CC BY 2.0, via Flickr (https://www.flickr.com/photos/38217093@N03/20143584561)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“in the middle of nowhere, morocco” by mariusz kluzniak, CC BY-NC-ND 2.0, via Flickr (https://www.flickr.com/photos/39997856@N03/8398997251)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“Songam Cave” by D-Stanley, CC BY 2.0, via Flickr (https://www.flickr.com/photos/79721788@N00/5063216873)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2026-09-27T10:04:53Z</dcterms:created>
  <dcterms:modified xsi:type="dcterms:W3CDTF">2026-09-27T10:04:53Z</dcterms:modified>
</cp:coreProperties>
</file>