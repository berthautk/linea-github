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The Tropical Rainforest Biome.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Tropical Biomes and their Significance. The key notions we shall use today are: selvas, ferrallitic soils, convectional rainfall, shifting cultivation, bush fallowing, poaching. At the end, you should be able to do this: learners are able to describe the tropical rainforest biome and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The Functioning of Ecosystems. The question was: Build two food chains found in your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grass → goat → human; maize → grasshopper → bird → hawk.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tropical rainforest biome. Number 2: describe its climate, vegetation, soils and animal life. Number 3: describe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An ecosystem has living and non-living components. The equatorial region is hot and wet. Southern Cameroon has a dense forest.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documentary shows the Amazon forest: very tall trees, many animals, heavy rain every afternoon and people who clear small plots to farm cassava.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characteristics of the rainforest biome.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is the rain?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Heavy rain every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people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clear small plots to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rainforest and its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richest biome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biomes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tropical rainforest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Amazon Basin, the Congo Basin and South-East Asia, near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an equatorial climate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climate of the rainforest.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all year (about 25 °C) with heavy convectional rain in most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layers of the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vegetation and the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dense evergreen forest in layers, on red ferrallitic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animals of the rainforest.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Gorillas, chimpanzees and forest elephants (also snakes, birds, insects).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plot cleared for farming.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human activities in the rainforest.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Shifting cultivation, lumbering and plantation farming (also hunting, gathering).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tropical rainforest is located as follows. On this slide we have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biomes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rainforest has the following characteristics. On this slide we have Climate and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Soils and Animal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Activities. People carry out the following activities. On this slide we have Farming and Lumbering.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Activities. On this slide we have Hunting and gathering.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the rainforest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hot all year and heavy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human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shifting cultivation and lumbering.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selvas; number 2, ferrallitic; number 3, poaching.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world showing the three main rainforest areas.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The Tropical Wet and Dry (Savanna) Biome.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THE TROPICAL RAINFOREST BIOME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Rainforest Biome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Biomes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The Tropical Rainforest Biome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Selvas, ferrallitic soils, convectional rainfall, shifting cultivation, bush fallowing, poaching.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characteristics (climate, vegetation, soils, animal life);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tropical rainforest biome and its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The Functioning of Ecosystems):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two food chains found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grass → goat → human; maize → grasshopper → bird → hawk.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tropical rainforest biome.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climate, vegetation, soils and animal life.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 ecosystem has living and non-living components.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is hot and wet.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Southern Cameroon has a dense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documentary shows the Amazon forest: very tall trees, many animals, heavy rain every afternoon and people who clear small plots to farm cassava.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characteristics of the rainforest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every afternoon.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people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clear small plots to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rainforest and its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richest biome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Biomes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tropical rainforest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Amazon Basin, the Congo Basin and South-East Asia,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equatorial climate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climate of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all year (about 25 °C) with heavy convectional rain in most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 AND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ainforest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 AND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and the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 AND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dense evergreen forest in layers, on red ferrallitic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animals of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Gorillas, chimpanzees and forest elephants (also snakes, birds, insects).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plot cleared for farming.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human activities in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 lumbering and plantation farming (also hunting, gathering).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Tropical Biomes and their Significance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7: The Tropical Rainforest Biome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tropical rainforest is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near the Equator, in the Amazon (selvas), the Congo Basin including southern Cameroon, and South-East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biomes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rainforest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with heavy convectional rain.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dense evergreen forest with several layers of tall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soils are red ferrallitic soils, leached by heavy rain.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Animal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animals live there, such as gorillas, chimpanzees, snakes and birds.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carry out the following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practise shifting cultivation, bush fallowing and plantation farming.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Lumbering: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Companies cut hardwoods for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Hunting and gathering: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hunt and gather fruits, but poaching threatens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rainforest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all year and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 and lumbering.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rainforest of the Amazon is called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of the rainforest are ______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Illegal hunting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world showing the three main rainforest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The Tropical Wet and Dry (Savanna)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dense humide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Hardwood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Gorilla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gorille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parcelle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braconnage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The Tropical Rainforest Biome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tropical rainforest biome. Describe its climate, vegetation, soils and animal life. Describe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tropical rainforest biome and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Characteristics;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world showing the three main rainforest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data.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layers.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animals of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activities of the South.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2026-10-02T05:13:23Z</dcterms:created>
  <dcterms:modified xsi:type="dcterms:W3CDTF">2026-10-02T05:13:23Z</dcterms:modified>
</cp:coreProperties>
</file>