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Lst>
  <p:notesMasterIdLst>
    <p:notesMasterId r:id="rId5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notesMaster" Target="notesMasters/notesMaster1.xml"/><Relationship Id="rId54" Type="http://schemas.openxmlformats.org/officeDocument/2006/relationships/presProps" Target="presProps.xml"/><Relationship Id="rId55" Type="http://schemas.openxmlformats.org/officeDocument/2006/relationships/viewProps" Target="viewProps.xml"/><Relationship Id="rId56" Type="http://schemas.openxmlformats.org/officeDocument/2006/relationships/theme" Target="theme/theme1.xml"/><Relationship Id="rId5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7: The Tropical Rainforest Biome.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 Ecological Systems and their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Conservation of World's Biomes and Resources, and the sub-topic is Tropical Biomes and their Significance. The key notions we shall use today are: selvas, ferrallitic soils, convectional rainfall, shifting cultivation, bush fallowing, poaching. At the end, you should be able to do this: learners are able to describe the tropical rainforest biome and its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6: The Functioning of Ecosystems. The question was: Build two food chains found in your area.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grass → goat → human; maize → grasshopper → bird → hawk.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locate the tropical rainforest biome. Number 2: describe its climate, vegetation, soils and animal life. Number 3: describe its human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An ecosystem has living and non-living components. The equatorial region is hot and wet. Southern Cameroon has a dense forest.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 documentary shows the Amazon forest: very tall trees, many animals, heavy rain every afternoon and people who clear small plots to farm cassava.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know the characteristics of the rainforest biome.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How is the rain?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Heavy rain every afternoon.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do people do?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They clear small plots to farm.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rainforest and its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richest biome of the Earth.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biomes of the world.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Where is the tropical rainforest found?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 the Amazon Basin, the Congo Basin and South-East Asia, near the Equator.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diagram: an equatorial climate (Yaoundé).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Describe the climate of the rainforest.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Hot all year (about 25 °C) with heavy convectional rain in most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diagram: the layers of the rainforest.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Describe the vegetation and the soils.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dense evergreen forest in layers, on red ferrallitic soils.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the rainforest.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Name three animals of the rainforest.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Gorillas, chimpanzees and forest elephants (also snakes, birds, insects).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plot cleared for farming.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Give three human activities in the rainforest.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Shifting cultivation, lumbering and plantation farming (also hunting, gathering).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Location. The tropical rainforest is located as follows. On this slide we have Location.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biomes of the world.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Characteristics. The rainforest has the following characteristics. On this slide we have Climate and Vegetation.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Characteristics. On this slide we have Soils and Animal life.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Human Activities. People carry out the following activities. On this slide we have Farming and Lumbering.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Human Activities. On this slide we have Hunting and gathering.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Give two characteristics of the rainforest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hot all year and heavy rain.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two human activities.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shifting cultivation and lumbering.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selvas; number 2, ferrallitic; number 3, poaching.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a sketch map of the world showing the three main rainforest areas.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8: The Tropical Wet and Dry (Savanna) Biome.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7: THE TROPICAL RAINFOREST BIOME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Tropical Rainforest Biome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 Ecological Systems and their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Conservation of World's Biomes and Resources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Tropical Biomes and their Significance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7: The Tropical Rainforest Biome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Selvas, ferrallitic soils, convectional rainfall, shifting cultivation, bush fallowing, poaching.</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Location; characteristics (climate, vegetation, soils, animal life);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the tropical rainforest biome and its human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6: The Functioning of Ecosystems):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Build two food chains found in your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grass → goat → human; maize → grasshopper → bird → hawk.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Locate the tropical rainforest biome.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climate, vegetation, soils and animal life.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its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 ecosystem has living and non-living components.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equatorial region is hot and wet.</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Southern Cameroon has a dense 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documentary shows the Amazon forest: very tall trees, many animals, heavy rain every afternoon and people who clear small plots to farm cassava.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know the characteristics of the rainforest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the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Heavy rain every afternoon.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people do?</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clear small plots to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rainforest and its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richest biome of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biomes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Biomes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Where is the tropical rainforest found?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LOCATION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Amazon Basin, the Congo Basin and South-East Asia, near the Equator.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yaounde_climate_big.png">    </p:cNvPr>
          <p:cNvPicPr>
            <a:picLocks noChangeAspect="1"/>
          </p:cNvPicPr>
          <p:nvPr/>
        </p:nvPicPr>
        <p:blipFill>
          <a:blip r:embed="rId1"/>
          <a:stretch>
            <a:fillRect/>
          </a:stretch>
        </p:blipFill>
        <p:spPr>
          <a:xfrm>
            <a:off x="1215564" y="1783080"/>
            <a:ext cx="976056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 equatorial climate (Yaoundé).</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climate of 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all year (about 25 °C) with heavy convectional rain in most months.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VEGETATION AND SOILS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rainforest_layer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layers of the rainforest.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VEGETATION AND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Describe the vegetation and the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VEGETATION AND SOILS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dense evergreen forest in layers, on red ferrallitic soils.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ANIMAL LIFE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rainforest.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ANIMAL LIFE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three animals of 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ANIMAL LIFE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Gorillas, chimpanzees and forest elephants (also snakes, birds, insects).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ACTIVITIES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2t_clearing.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plot cleared for farming.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three human activities in the rainforest.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HUMAN ACTIVITIES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Shifting cultivation, lumbering and plantation farming (also hunting, gathering).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Conservation of World's Biomes and Resources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Tropical Biomes and their Significance</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7: The Tropical Rainforest Biome</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tropical rainforest is located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Location: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lies near the Equator, in the Amazon (selvas), the Congo Basin including southern Cameroon, and South-East Asia.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Location</a:t>
            </a:r>
            <a:endParaRPr lang="en-US" sz="3600" dirty="0"/>
          </a:p>
        </p:txBody>
      </p:sp>
      <p:pic>
        <p:nvPicPr>
          <p:cNvPr id="4" name="Image 0" descr="/home/claude/f4/img/v2/biomes_map_big.png">    </p:cNvPr>
          <p:cNvPicPr>
            <a:picLocks noChangeAspect="1"/>
          </p:cNvPicPr>
          <p:nvPr/>
        </p:nvPicPr>
        <p:blipFill>
          <a:blip r:embed="rId1"/>
          <a:stretch>
            <a:fillRect/>
          </a:stretch>
        </p:blipFill>
        <p:spPr>
          <a:xfrm>
            <a:off x="1825600" y="1783080"/>
            <a:ext cx="8540496"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biomes of the world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rainforest has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hot all year with heavy convectional rain.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Vegetation: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dense evergreen forest with several layers of tall trees.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Soils: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soils are red ferrallitic soils, leached by heavy rain.</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Animal life: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Many animals live there, such as gorillas, chimpanzees, snakes and birds.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Human Activities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People carry out the following activities: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practise shifting cultivation, bush fallowing and plantation farming.</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Lumbering: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Companies cut hardwoods for timber.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Human Activities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Hunting and gathering: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People hunt and gather fruits, but poaching threatens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characteristics of the rainforest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all year and heavy rain.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two human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Shifting cultivation and lumbering.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rainforest of the Amazon is called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soils of the rainforest are ______ soils.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Illegal hunting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a sketch map of the world showing the three main rainforest areas.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8: The Tropical Wet and Dry (Savanna) Biome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8"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Rainforest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forêt dense humide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Biome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biome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Hardwood</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bois dur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Gorilla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gorille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Plot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parcelle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Poaching</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braconnage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9"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Conservation of World's Biomes and Resources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7: The Tropical Rainforest Biome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Locate the tropical rainforest biome. Describe its climate, vegetation, soils and animal life. Describe its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the tropical rainforest biome and its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Location; Characteristics; Human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a sketch map of the world showing the three main rainforest areas.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use the atlas.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read the data.</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draw the layers.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animals of the South.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discuss activities of the South.</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 Ecological Systems and their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“Slash and burn agriculture in the Amazon” by Matt-Zimmerman, CC BY 2.0, via Flickr (https://www.flickr.com/photos/16725630@N00/1524189000)</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51</Slides>
  <Notes>51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51</vt:i4>
      </vt:variant>
    </vt:vector>
  </HeadingPairs>
  <TitlesOfParts>
    <vt:vector size="5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2026-09-29T03:11:37Z</dcterms:created>
  <dcterms:modified xsi:type="dcterms:W3CDTF">2026-09-29T03:11:37Z</dcterms:modified>
</cp:coreProperties>
</file>