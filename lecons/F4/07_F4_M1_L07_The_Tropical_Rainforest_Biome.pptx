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Tropical Rainforest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selvas, ferrallitic soils, convectional rainfall, shifting cultivation, bush fallowing, poaching. At the end, you should be able to do this: learners are able to describe the tropical rainforest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Functioning of Ecosystems. The question was: Build two food chains found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grass → goat → human; maize → grasshopper → bird → hawk.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tropical rainforest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has living and non-living components. The equatorial region is hot and wet. Southern Cameroon has a dense forest.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documentary shows the Amazon forest: very tall trees, many animals, heavy rain every afternoon and people who clear small plots to farm cassava.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characteristics of the rainforest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every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people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clear small plots to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rainforest and its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richest biome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tropical rainforest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Amazon Basin, the Congo Basin and South-East Asia, near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equatorial climate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climate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all year (about 25 °C) with heavy convectional rain in most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layers of the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vegetation and the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dense evergreen forest in layers, on red ferrallitic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animals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Gorillas, chimpanzees and forest elephants (also snakes, birds, insects).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plot cleared for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in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Shifting cultivation, lumbering and plantation farming (also hunting, gathering).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tropical rainforest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biomes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rainforest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Farming and Lumbering.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Hunting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rainforest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all year and heavy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shifting cultivation and lumbering.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selvas; number 2, ferrallitic; number 3, poaching.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world showing the three main rainforest areas.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Tropical Wet and Dry (Savanna)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TROPICAL RAINFOREST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Rainforest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Tropical Rainforest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Selvas, ferrallitic soils, convectional rainfall, shifting cultivation, bush fallowing, poaching.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tropical rainforest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Functioning of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two food chains found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grass → goat → human; maize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rainforest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has living and non-living components.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documentary shows the Amazon forest: very tall trees, many animals, heavy rain every afternoon and people who clear small plots to farm cassava.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characteristics of the rainforest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every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clear small plots to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rainforest and its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richest biome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tropical rainforest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Amazon Basin, the Congo Basin and South-East Asia,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equatorial climate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25 °C) with heavy convectional rain in most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and the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dense evergreen forest in layers, on red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animals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Gorillas, chimpanzees and forest elephants (also snakes, birds, insects).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plot cleared for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in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lumbering and plantation farming (also hunting, gathering).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The Tropical Rainforest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rainforest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near the Equator, in the Amazon (selvas), the Congo Basin including southern Cameroon,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rainforest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heavy convectional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dense evergreen forest with several layers of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red ferrallitic soils, leached by heavy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animals live there, such as gorillas, chimpanzees, snakes and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practise shifting cultivation, bush fallowing and plantation farming.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cut hardwoods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Hunting and 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hunt and gather fruits, but poaching threatens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rainforest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rainforest of the Amazon is called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rainforest are ______ soils.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Illegal hunting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the three main rainforest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Tropical Wet and Dry (Savanna)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biome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Gorilla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gorille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parcelle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Tropical Rainforest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tropical rainforest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tropical rainforest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world showing the three main rainforest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activities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2026-09-28T21:14:58Z</dcterms:created>
  <dcterms:modified xsi:type="dcterms:W3CDTF">2026-09-28T21:14:58Z</dcterms:modified>
</cp:coreProperties>
</file>