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26: Impact of Wave Action on Human Development along Coastal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Wave Action along the Coast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Wave Action along the Coast and Impacts on Man. The key notions we shall use today are: resource, hazard, coastal management. At the end, you should be able to do this: learners are able to explain why coasts are important for Cameroon, and to suggest simple ways to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25: Main Depositional Features of Wave Action. The question was: List five goods sold in the market of Garoua that come from abroad. Ask a trader through which port they entered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rice, frozen fish, second-hand clothes, cars, phones and cement clinker. Traders say they entered through the port of Douala (some through Kribi).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importance of coasts. Number 2: describe the main coastal hazards. Number 3: explain coastal management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Longshore drift moves sand along the coast. Beaches, spits and bars are built by wave deposition. Destructive waves erode the coast.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market of Garoua, Idrissa sees phones, cloth and rice from abroad. Most of them came by ship to the ports of Douala or Kribi, then by road to Garoua.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Idrissa wants to know how goods from abroad reach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 the ships arrive?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the ports of Douala and Kribi.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coast important for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Goods arrive at the coast and then go north by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mangroves and keep beaches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importance and the dangers of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port with a container ship.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are ports important for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Ships bring and take goods: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old sea defences broken by the waves (England).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are the waves doing to this coast?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Coastal erosion: waves wear away the beach and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low walls built across a beach.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these low walls protect the beach?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stop the sand from moving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Coasts. Coasts provide the following resources. On this slide we have Ports and Fishing.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Coasts. On this slide we have Tourism and Oil and gas.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Coastal Hazards. People on the coast face the following hazards. On this slide we have Coastal erosion and Floods.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Coastal Hazards. On this slide we have Sea-level rise.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Coastal Management Strategies. Coasts are protected with the following strategies. On this slide we have Sea walls and Groynes.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Coastal Management Strategies. On this slide we have Mangroves.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coastal defences.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ports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douala and Kribi.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to protect the coast.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sea walls and groynes (also mangroves).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port; number 2, groyne; number 3,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map of Africa in your atlas, find the Sahara, the Sahel and the Kalahari. Write in which part of Africa each one is located.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27: Semi-Arid and Desert Landscapes.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26: IMPACT OF WAVE ACTION ON HUMAN DEVELOPMENT ALONG COASTAL AREAS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Impact of Wave Action on Human Development along Coastal Areas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Wave Action along the Coast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Wave Action along the Coast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26: Impact of Wave Action on Human Development along Coastal Areas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 hazard, coastal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Importance of coasts (resources); coastal hazards; coastal management strategies.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coasts are important for Cameroon, and to suggest simple ways to protect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25: Main Depositional Features of Wave Action):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goods sold in the market of Garoua that come from abroad. Ask a trader through which port they entered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rice, frozen fish, second-hand clothes, cars, phones and cement clinker. Traders say they entered through the port of Douala (some through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coasts.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coastal hazards.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coastal management strategies.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Longshore drift moves sand along the coast.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Beaches, spits and bars are built by wave deposition.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Destructive waves erode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market of Garoua, Idrissa sees phones, cloth and rice from abroad. Most of them came by ship to the ports of Douala or Kribi, then by road to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Idrissa wants to know how goods from abroad reach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 ships arrive?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ports of Douala and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coast important for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arrive at the coast and then go north by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mangroves and keep beaches clean.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importance and the dangers of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OF COASTS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port with a container ship.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OF COASTS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ports important for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OF COASTS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Ships bring and take goods: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COASTAL HAZARDS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Old sea defences broken by the waves (England).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COASTAL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waves doing to this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COASTAL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erosion: waves wear away the beach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MANAGEMENT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groyn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Low walls built across a beach.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MANAGEMENT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these low walls protect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MANAGEMENT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stop the sand from moving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Wave Action along the Coast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Impact of Wave Action on Human Development along Coastal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Coasts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Coasts provide the following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Ports such as Douala and Kribi handle the trade of Cameroon and its neighbours.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waters provide fish and shrimps.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Coasts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beaches of Kribi and Limbe attract tourists.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Oil and gas: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and gas are extracted under the sea near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Hazards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on the coast face the following hazards: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Waves destroy beaches, roads and houses.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covers low-lying land during storms and high tides.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Hazards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Sea-level rise: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Rising sea levels threaten low coastal towns such as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Coastal Management Strategies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Coasts are protected with the following strategies: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 walls: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strong walls that stop waves from reaching the land.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Groynes: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low walls built across a beach to trap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Coastal Management Strategies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Mangroves: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trees protect the coast by reducing the force of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Coastal Management Strategies</a:t>
            </a:r>
            <a:endParaRPr lang="en-US" sz="3600" dirty="0"/>
          </a:p>
        </p:txBody>
      </p:sp>
      <p:pic>
        <p:nvPicPr>
          <p:cNvPr id="4" name="Image 0" descr="/home/claude/f4/img/v2/coastal_defen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coastal defences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ports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to protect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 walls and groynes (also mangroves).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place where ships load goods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low wall across a beach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wearing away of the coast is coastal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the Sahara, the Sahel and the Kalahari. Write in which part of Africa each one is located.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Semi-Arid and Desert Landscapes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Coastal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côtière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 wall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digue / le mur de protection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Groyne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Mangrove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mangrove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Sea-level rise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L'élévation du niveau de la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Estuary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L'estuaire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26: Impact of Wave Action on Human Development along Coastal Areas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importance of coasts. Describe the main coastal hazards. Explain coastal management strategies.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coasts are important for Cameroon, and to suggest simple ways to protect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Importance of Coasts; Coastal Hazards; Coastal Management Strategies.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map of Africa in your atlas, find the Sahara, the Sahel and the Kalahari. Write in which part of Africa each one is located.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what products come from the port of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houses near the sea that are damaged by waves.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beach with walls across it.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“JAXPORT Welcomes Largest Container Ship To Date” by JAXPORT, CC BY-NC 2.0, via Flickr (https://www.flickr.com/photos/24847875@N05/17069054628)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“Coastal defences no longer being maintained - Why? Spurn Head, Yorkshi” by Richard Allaway, CC BY 2.0, via Flickr (https://www.flickr.com/photos/16287002@N00/6605676971)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“Wooden groynes” by aevarg, CC BY 2.0, via Flickr (https://www.flickr.com/photos/25999920@N00/17139000460)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2026-09-27T10:32:02Z</dcterms:created>
  <dcterms:modified xsi:type="dcterms:W3CDTF">2026-09-27T10:32:02Z</dcterms:modified>
</cp:coreProperties>
</file>