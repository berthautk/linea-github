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The Internal Structure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The Structure of the Earth: Building Processes and Impacts on Man — Internal Structure of the Earth.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Structure of the Earth: Building Processes and Impacts on Man, and the sub-topic is Internal Structure of the Earth. The key notions we shall use today are: crust, mantle, core. At the end, you should be able to do this: learners are able to draw and describe the layers of the Earth, and to explain why the inside of the Earth is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The Revolution of the Earth. The question was: Cut an orange, an onion or an egg in half. Draw what you see inside and name its layers.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 egg shows a shell, the white and the yolk; an onion shows layers around a centre. The Earth also has layers: crust, mantle and core.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draw the circular and the cross-sectional views of the structure of the Earth. Number 2: name the main layers of the Earth. Number 3: describe each layer briefly: thickness, state and 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an oblate spheroid with a radius of about 6,370 km. Revolution causes the seasons. The Earth is one of the planets of the solar 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Workers dig a deep well in Garoua. First they dig through red soil. Then they reach very hard rock. Amadou wonders what they would find if they could dig to the centre of the Earth.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Amadou does not know what is inside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the workers find under the soil?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hard rock.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Can people dig to the centre of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is too deep and too 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models such as an egg or an onion to explain the layers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layers inside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people dig a big pit in the ground.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When we dig, which layer of the Earth do we reach?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the crust, the thin outer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layers of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layers from the outside to the centre.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Crust, mantle, outer core and inner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a journey to the centre of the Earth.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the temperature as we go deeper?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rises: about 6,000 °C at the centre.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Illustration of the Structure of the Earth. The structure of the Earth can be illustrated as follows. On this slide we have Circular view.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Illustration of the Structure of the Earth. On this slide we have Cross-sectional view.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Main Layers. The main layers of the Earth are described as follows. On this slide we have Crust and Mantle.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Main Layers. On this slide we have Outer core and Inner core.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layer on which we live.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crust.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inner core solid though it is very hot?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because of the enormous pressure.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crust; number 2, mantle; number 3, liquid.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three different stones or building materials (for example a piece of granite, a sandstone block and a piece of marble or tile). Write where you found each one.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Rocks.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THE INTERNAL STRUCTURE OF THE EARTH</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Internal Structure of the Earth</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The Structure of the Earth: Building Processes and Impacts on Man — Internal Structure of the Earth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The Internal Structure of the Earth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Crust, mantle, core.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Illustrations: circular and cross-sectional views; brief description of the main layers.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The Revolution of the Earth):</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Cut an orange, an onion or an egg in half. Draw what you see inside and name its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egg shows a shell, the white and the yolk; an onion shows layers around a centre. The Earth also has layers: crust, mantle and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Draw the circular and the cross-sectional views of the structure of the Earth.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each layer briefly: thickness, state and 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an oblate spheroid with a radius of about 6,370 km.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Revolution causes the seasons.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one of the planets of the solar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Workers dig a deep well in Garoua. First they dig through red soil. Then they reach very hard rock. Amadou wonders what they would find if they could dig to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Amadou does not know what is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workers find under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hard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Can people dig to the centre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is too deep and too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models such as an egg or an onion to explain the layers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layers inside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CRUST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laterite.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People dig a big pit in the ground.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CRUST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we dig, which layer of the Earth do we reach?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CRUST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the crust, the thin outer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OF THE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OF THE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layers from the outside to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ILLUSTRATION OF THE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Crust, mantle, outer core and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earth_depth.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a journey to the centre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temperature as we go deeper?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MAIN LAYERS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rises: about 6,000 °C at the centre.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Structure of the Earth: Building Processes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Internal Structure of the Earth</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Internal Structure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Structure of the Earth</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structure of the Earth can be illustrated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Circular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layers of the Earth form circles, one inside the other, like the layers of an onion.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Structure of the Earth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Cross-sectional view: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cut through the Earth shows the crust, the mantle, the outer core and the inner core.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Illustration of the Structure of the Earth</a:t>
            </a:r>
            <a:endParaRPr lang="en-US" sz="3600" dirty="0"/>
          </a:p>
        </p:txBody>
      </p:sp>
      <p:pic>
        <p:nvPicPr>
          <p:cNvPr id="4" name="Image 0" descr="/home/claude/f4/img/v2/earth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Layers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layers of the Earth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Crust: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solid outer layer of rock on which we live.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Mantle: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thick layer of very hot rock, about 2,900 km thick, under 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Main Layers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liquid iron and nickel around the inner core.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Inner core: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solid centre of the Earth, made of iron and nickel at about 6,000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layer on which we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crust.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inner core solid though it is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enormous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thin outer layer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under the crust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outer core is made of ______ iron.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three different stones or building materials (for example a piece of granite, a sandstone block and a piece of marble or tile). Write where you found each 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Crust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L'écorce / la croûte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Mantle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manteau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noyau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Cross-section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Magnetic field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champ magnétique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Structure of the Earth: Building Processes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The Internal Structure of the Earth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circular and the cross-sectional views of the structure of the Earth. Name the main layers of the Earth. Describe each layer briefly: thickness, state and composition.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describe the layers of the Earth, and to explain why the inside of the Earth is hot.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Illustration of the Structure of the Earth; The Main Layers.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three different stones or building materials (for example a piece of granite, a sandstone block and a piece of marble or tile). Write where you found each one.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how deep the wells of their area are.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cut a boiled egg or an onion: shell, white, yolk.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the depth and temperature of each layer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The Structure of the Earth: Building Processes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“Laterite soil bricks in Richard Rebello's farm” by India Water Portal, CC BY-NC-SA 2.0, via Flickr (https://www.flickr.com/photos/21623815@N03/10720461943)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2026-09-27T10:32:00Z</dcterms:created>
  <dcterms:modified xsi:type="dcterms:W3CDTF">2026-09-27T10:32:00Z</dcterms:modified>
</cp:coreProperties>
</file>