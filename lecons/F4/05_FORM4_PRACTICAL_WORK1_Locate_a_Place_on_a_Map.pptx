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Locate a Place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grid, coordinates, latitude, longitude. At the end, you should be able to do this: learners are able to find a place on a map from its coordinates, and to give the coordinates of towns such as Garoua, Maroua and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Great Circles and the International Date Line. The question was: Bring an atlas, a ruler and a pencil to the next lesson. Find the map of Cameroon in your atlas.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atlas, ruler and pencil will be used to read the latitude and longitude of towns on the map of Cameroon.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revise the meaning of latitude and longitude on a map. Number 2: follow the steps to read the coordinates of a place. Number 3: find a place on a map from its coordinates. Number 4: give the coordinates of Cameroon and of some of its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latitude measures the distance north or south of the Equator. A longitude measures the distance east or west of the Prime Meridian. We write the latitude first and the longitude second.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Red Cross team in Garoua must bring medicines to a small village. The office sends only two numbers: "10° N, 14° E". The team must find the village on their paper map.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team must find a village with only two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two numbers show?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latitude (10° N) and the longitude (14°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are these numbers written on a map?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the sides (latitude) and the top (longitude) of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and write coordinates carefully, latitude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find a place on a map with its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map of Cameroon with a grid.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latitude written on this map? And the longitude?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Latitude on the left side. Longitude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reading the coordinates of Garoua.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the two steps to read the coordinates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 Go left to read the latitude: 9° N. 2. Go up to read the longitude: 13°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africa with a grid of 10°. Find the red dot.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the coordinates of the red dot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4° N and 12°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Coordinates and Grid.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Steps to Read Coordinates. We locate a place on a map with the following steps. On this slide we have Step 1 and Step 2.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Steps to Read Coordinates. On this slide we have Step 3 and Step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reading coordinates.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Exercise. The coordinates of some towns of Cameroon are the following. On this slide we have Garoua, Maroua and Yaoundé.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 we read first: the latitude or the longitude?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latitude.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town is at about 4° N, 12° 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yaoundé.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left (or right); number 2, top (or bottom); number 3,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the time on a phone set to Cameroon time and on a phone or television showing the time in another country (for example Dubai or Brazil). Write both times and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Local Time, Standard Time and Time Zones.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1: LOCATE A PLACE ON A MAP</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Locate a Place on a Map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Locate a Place on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Grid, coordinates, latitude, longitude.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Locating a place on a map using latitudes and longitudes; reading and writing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find a place on a map from its coordinates, and to give the coordinates of towns such as Garoua, Maroua and Ngaoundéré.</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Great Circles and the International Date Line):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Bring an atlas, a ruler and a pencil to the next lesson. Find the map of Cameroon in your atlas.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ruler and pencil will be used to read the latitude and longitude of towns on the map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Revise the meaning of latitude and longitude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Follow the steps to read the coordinates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a place on a map from its coordinates.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coordinates of Cameroon and of some of its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latitude measures the distance north or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longitude measures the distance east or west of the Prime Meridian.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write the latitude first and the longitude second.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Red Cross team in Garoua must bring medicines to a small village. The office sends only two numbers: "10° N, 14° E". The team must find the village on their paper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team must find a village with only two numbers.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two numbers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 (10° N) and the longitude (14°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these numbers written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sides (latitude) and the top (longitude) of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and write coordinates carefully, latitude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find a place on a map with its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of Cameroon with a grid.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latitude written on this map? And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on the left side. Longitude at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STEPS TO READ COORDINATES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ordinates.gif">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reading the coordinates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STEPS TO READ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two steps to read the coordinates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STEPS TO READ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 Go left to read the latitude: 9° N. 2. Go up to read the longitude: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frica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Africa with a grid of 10°. Find the red dot.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coordinates of the red dot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4° N and 12°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Locate a Place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Coordinates: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latitude and the longitude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set of lines of latitude and longitude drawn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Steps to Read Coordinates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 locate a place on a map with the following steps: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find the place on the map.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the line of latitude to the side of the map and read its value and N or 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Steps to Read Coordinates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the line of longitude to the top or bottom of the map and read its value and E or 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write the latitude first and the longitude second, for example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Steps to Read Coordinates</a:t>
            </a:r>
            <a:endParaRPr lang="en-US" sz="3600" dirty="0"/>
          </a:p>
        </p:txBody>
      </p:sp>
      <p:pic>
        <p:nvPicPr>
          <p:cNvPr id="4" name="Image 0" descr="/home/claude/f4/img/v2/coordinates_last.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reading coordinates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Exercise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coordinates of some towns of Cameroon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9° N, 13°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11° N, 14°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Yaoundé: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4° N, 12°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read first: the latitude or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is at about 4° N, 12°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a map, the latitude is read on the ______ side.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longitude is read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is at about 9° N and ______ °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time on a phone set to Cameroon time and on a phone or television showing the time in another country (for example Dubai or Brazil). Write both times and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Local Time, Standard Time and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Atlas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L'atlas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grille / le quadrillage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Degree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degré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Minute (of arc)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minute (d'angle)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locate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Locate a Place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Revise the meaning of latitude and longitude on a map. Follow the steps to read the coordinates of a place. Find a place on a map from its coordinates. Give the coordinates of Cameroon and of some of its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find a place on a map from its coordinates, and to give the coordinates of towns such as Garoua, Maroua and Ngaoundéré.</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Steps to Read Coordinates;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the time on a phone set to Cameroon time and on a phone or television showing the time in another country (for example Dubai or Brazil). Write both times and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grid on the board and number its sides.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the steps with a ruler on the map of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learners the atlas map of Africa.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2026-09-27T10:31:59Z</dcterms:created>
  <dcterms:modified xsi:type="dcterms:W3CDTF">2026-09-27T10:31:59Z</dcterms:modified>
</cp:coreProperties>
</file>