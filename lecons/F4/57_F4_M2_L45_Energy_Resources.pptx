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45: Energy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Major Sources of Power. The key notions we shall use today are: energy, coal, HEP, petroleum, natural gas, biogas, wind, nuclear, solar. At the end, you should be able to do this: learners are able to classify energy sources and propose energy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44: The Management of Mineral Resources in Cameroon. The question was: Give two advantages and two dangers of artisanal gold mining.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Advantages: income for families and jobs for young people. Dangers: accidents in pits and pollution of rivers by mercury (also child labour, deforestation).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energy and classify its sources. Number 2: explain the problems associated with energy sources. Number 3: describe energy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cook with wood, gas or charcoal. Dams produce electricity. Burning fuels pollutes the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some families cook with firewood, others with gas; some have electricity from the Lagdo dam and others use solar lamps. Power cuts are frequent.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Families use different energy sources and face power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traditional sources.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modern sources.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Electricity (HEP) and solar energy (also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switch off lights and appliances when not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energy sources and save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classification of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power used to do work: to cook, light, move and run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traditional sources of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charcoal and animal power (also human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world energy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modern sources and classify them as renewable or not.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and coal (non-renewable); HEP and solar (renewable) (also gas, nuclear, wind,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smoke from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associated with energy 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Fossil fuels pollute and will run out; firewood causes deforestation (also high costs, power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energy conservation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Switching off lights, using energy-saving bulbs and using renewable energy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Energy. Energy comes from the following sources. On this slide we have Traditional sources and Non-renewable modern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Energy. On this slide we have Renewable modern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Associated with Energy Sources. Energy sources have the following problems. On this slide we have Fossil fuels, Firewood and Access.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Conservation Methods. Energy can be saved in the following ways. On this slide we have Saving habits and Efficient equipment.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Conservation Methods. On this slide we have Renewable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renewable and two non-renewable 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solar and HEP; oil and coal.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energy conservation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switching off lights and using improved stoves.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HEP; number 2, biogas; number 3, fossil.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energy sources used in your home and suggest two ways to save energy.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46: The Energy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45: ENERGY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Sources of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45: Energy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coal, HEP, petroleum, natural gas, biogas, wind, nuclear, solar.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energy; sources (traditional and modern); problems associated with energy sources; energy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energy sources and propose energy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44: The Management of Mineral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dangers of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income for families and jobs for young people. Dangers: accidents in pits and pollution of rivers by mercury (also child labour,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energy and classify its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associated with energy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cook with wood, gas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electricity.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pollutes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some families cook with firewood, others with gas; some have electricity from the Lagdo dam and others use solar lamps. Power cuts are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use different energy sources and face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traditional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modern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(HEP) and solar energy (also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 off lights and appliances when not in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energy sources and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power used to do work: to cook, light, move and run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traditional sources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charcoal and animal power (also human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nergy_mix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energy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modern sources and classify them as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coal (non-renewable); HEP and solar (renewable) (also gas, nuclear, wind, biogas).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associated with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pollute and will run out; firewood causes deforestation (also high costs,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Switching off lights, using energy-saving bulbs and using renewable energy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Major Sources of Power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power used to do work, such as cooking, lighting and running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comes from the following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Traditional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charcoal, animal and human power are used mainly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modern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petroleum, natural gas and nuclear fuel will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modern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solar, wind and biogas are renewed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Associated with Energy Sources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sources have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 fuels: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the air, cause climate change and will run out.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use causes deforestation.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lack electricity and suffer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Energy Conservation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can be saved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 off lights and appliances and use energy-saving bulbs.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Efficient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efficient machines use less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Energy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wind and biogas reduce the use of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renewable and two non-renewable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and HEP; oil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Switching off lights and using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Electricity from dams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and coal are ______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two ways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Energy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L'éolien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45: Energy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energy and classify its sources. Explain the problems associated with energy sources. Describe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energy sources and propose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Energy; Problems Associated with Energy Sources;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energy sources used in your home and suggest two ways to save energy.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energy.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sources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classify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2026-10-02T05:13:35Z</dcterms:created>
  <dcterms:modified xsi:type="dcterms:W3CDTF">2026-10-02T05:13:35Z</dcterms:modified>
</cp:coreProperties>
</file>