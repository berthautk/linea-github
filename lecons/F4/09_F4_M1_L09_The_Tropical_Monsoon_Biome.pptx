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9: The Tropical Monsoon Biome.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Conservation of World's Biomes and Resources, and the sub-topic is Tropical Biomes and their Significance. The key notions we shall use today are: monsoon, deciduous forest, lumbering, wet rice. At the end, you should be able to do this: learners are able to describe the tropical monsoon biome and its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8: The Tropical Wet and Dry (Savanna) Biome. The question was: List five activities of people in the savanna around your home.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Farming sorghum and cotton, rearing cattle, making crafts (mats, pottery), trading in markets, fishing in the Benue.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monsoon biome. Number 2: describe its climate, vegetation, soils and animal life. Number 3: describe its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Winds blow from high to low pressure. Cameroon has a south-west monsoon. Rice needs a lot of water.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India, farmers wait for the summer monsoon wind from the sea. When it comes, heavy rains fall and they plant rice in flooded fields. When it is late, there is famine.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Farmers depend on the monsoon 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the summer monsoon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the sea.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when the monsoon is late?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Harvests fail and there is famine.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compare the monsoon with the rainy season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monsoon biome, where many people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biomes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is the monsoon biome found?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South and South-East Asia (India, Bangladesh, Myanmar) and northern Australia.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summer and winter monsoons.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the two monsoon winds.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summer, a wet wind blows from the sea and brings rain; in winter, a dry wind blows from the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trees without leaves in the dry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 monsoon forest trees lose their leaves?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save water during the dry season: they are deciduous.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rice fields in Asia.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crop is grown in flooded fields in the monsoon lands?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Wet rice (paddy).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sawmill.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Which valuable tree of the monsoon forest is cut for timber?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Teak (also 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The monsoon biome is located as follows. On this slide we have Location.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The monsoon biome has the following characteristics. On this slide we have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On this slide we have Vegetation, Soils and Animal life.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summer and winter monsoons.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Human Activities. People carry out the following activities. On this slide we have Wet rice farming, Lumbering and Other activities.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a monsoon?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seasonal wind that changes direction between summer and winter.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human activities.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wet rice farming and lumbering.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sea; number 2, deciduous; number 3, 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the monsoon of India with the rainy season of Garoua: give one similarity and one difference.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10: The Tropical Hot Desert Biome.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9: THE TROPICAL MONSOON BIOME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Tropical Monsoon Biome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Conservation of World's Biomes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Tropical Biomes and their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9: The Tropical Monsoon Biome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Monsoon, deciduous forest, lumbering, wet rice.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characteristics (climate, vegetation, soils, animal life);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tropical monsoon biome and its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8: The Tropical Wet and Dry (Savanna) Biome):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five activities of people in the savanna around your home.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sorghum and cotton, rearing cattle, making crafts (mats, pottery), trading in markets, fishing in the Benue.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monsoon biome.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climate, vegetation, soils and animal life.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Winds blow from high to low pressure.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a south-west monsoon.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Rice needs a lot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India, farmers wait for the summer monsoon wind from the sea. When it comes, heavy rains fall and they plant rice in flooded fields. When it is late, there is famine.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depend on the monsoon 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summer monsoon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when the monsoon is late?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Harvests fail and there is famine.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monsoon with the rainy season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monsoon biome, where many people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biomes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Biomes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monsoon biome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South and South-East Asia (India, Bangladesh, Myanmar) and northern Australia.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monsoo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Summer and winter monsoons.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two monsoon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summer, a wet wind blows from the sea and brings rain; in winter, a dry wind blows from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dry_tre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Trees without leaves in the dry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monsoon forest trees lose their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save water during the dry season: they are deciduous.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ACTIVITIES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rice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Rice fields in Asia.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crop is grown in flooded fields in the monsoon 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rice (paddy).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ACTIVITIES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awmil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sawmill.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valuable tree of the monsoon forest is cut for timber?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Teak (also sal).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Conservation of World's Biomes and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Tropical Biomes and their Significance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9: The Tropical Monsoon Biome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monsoon biome is located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found in South and South-East Asia, such as India and Bangladesh, and in northern Australia.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monsoon biome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wet summer monsoon from the sea brings heavy rain, and a dry winter monsoon blows from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deciduous forest whose trees, such as teak, lose their leaves in the dry season.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soils are red and alluvial soils, fertile in river valleys.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Animal 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Tigers, elephants, monkeys and many birds live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a:t>
            </a:r>
            <a:endParaRPr lang="en-US" sz="3600" dirty="0"/>
          </a:p>
        </p:txBody>
      </p:sp>
      <p:pic>
        <p:nvPicPr>
          <p:cNvPr id="4" name="Image 0" descr="/home/claude/f4/img/v2/monsoo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summer and winter monsoons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Human Activities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carry out the following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Wet rice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grow rice in flooded fields during the monsoon.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Lumbering: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Teak and sal are cut for timber.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activities: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grow tea and jute and rear cattle and buffaloes.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monsoon?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seasonal wind that changes direction between summer and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rice farming and lumbering.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wet summer wind comes from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Trees that lose their leaves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main crop of monsoon lands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monsoon of India with the rainy season of Garoua: give one similarity and one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The Tropical Hot Desert Biome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Monsoon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mousson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riz</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Teak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Deciduous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Caduc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L'inondation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Tiger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tigre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Conservation of World's Biomes and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9: The Tropical Monsoon Biome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monsoon biome. Describe its climate, vegetation, soils and animal life. Describe its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tropical monsoon biome and its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Location; Characteristics;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the monsoon of India with the rainy season of Garoua: give one similarity and one difference.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arrows on a map of India.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savanna trees.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rice fields of Yagoua.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name furniture woods.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“'Pain de singe' (monkey's bread) in a baobab, Senegal” by Milamber's portfolio, CC BY-NC-ND 2.0, via Flickr (https://www.flickr.com/photos/90956808@N00/420120264)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“Drone view of rice plantation on bali island with path to walk around ” by Artem Beliaikin, CC0 1.0, via Flickr (https://www.flickr.com/photos/157635012@N07/46229046541)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“CBCF Project, Yogyakarta” by CIFOR, CC BY-NC-ND 2.0, via Flickr (https://www.flickr.com/photos/45423546@N07/35977173724)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2026-09-27T14:07:38Z</dcterms:created>
  <dcterms:modified xsi:type="dcterms:W3CDTF">2026-09-27T14:07:38Z</dcterms:modified>
</cp:coreProperties>
</file>