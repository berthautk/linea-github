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Tropical Monsoon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monsoon, deciduous forest, lumbering, wet rice. At the end, you should be able to do this: learners are able to describe the tropical monsoon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Tropical Wet and Dry (Savanna) Biome. The question was: List five activities of people in the savanna around your home.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Farming sorghum and cotton, rearing cattle, making crafts (mats, pottery), trading in markets, fishing in the Benue.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monsoon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Winds blow from high to low pressure. Cameroon has a south-west monsoon. Rice needs a lot of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India, farmers wait for the summer monsoon wind from the sea. When it comes, heavy rains fall and they plant rice in flooded fields. When it is late, there is famine.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depend on the monsoon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summer monsoon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when the monsoon is 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Harvests fail and there is famine.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monsoon with the rainy season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monsoon biome, where many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monsoon biome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South and South-East Asia (India, Bangladesh, Myanmar) and northern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summer and winter monsoons.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two monsoon winds.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summer, a wet wind blows from the sea and brings rain; in winter, a dry wind blows from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trees without leaves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monsoon forest trees lose their leaves?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save water during the dry season: they are deciduous.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crop is grown in flooded fields in the monsoon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rice (paddy).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valuable tree of the monsoon forest is cut for timber?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Teak (also 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monsoon biome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monsoon biome has the following characteristics.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Vegetation,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summer and winter monsoons.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Wet rice farming, Lumbering and Other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monsoon?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seasonal wind that changes direction between summer and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wet rice farming and lumbering.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sea; number 2, deciduous; number 3,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monsoon of India with the rainy season of Garoua: give one similarity and one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The Tropical Hot Desert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THE TROPICAL MONSOON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Monsoon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Tropical Monsoon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deciduous forest, lumbering, wet rice.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tropical monsoon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Tropical Wet and Dry (Savanna)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activities of people in the savanna around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sorghum and cotton, rearing cattle, making crafts (mats, pottery), trading in markets, fishing in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monsoon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 south-west monsoon.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Rice needs a lot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India, farmers wait for the summer monsoon wind from the sea. When it comes, heavy rains fall and they plant rice in flooded fields. When it is late, there is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depend on the monsoon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summer monsoon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the monsoon is 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Harvests fail and there is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with the rainy season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monsoon biome, where many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monsoon biome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South and South-East Asia (India, Bangladesh, Myanmar) and northern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nso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two monsoon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a wet wind blows from the sea and brings rain; in winter, a dry wind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y_tre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without leaves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monsoon forest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save water during the dry season: they are deciduous.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is grown in flooded fields in the monsoon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(paddy).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valuable tree of the monsoon forest is cut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Teak (also sal).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The Tropical Monsoon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monsoon biome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South and South-East Asia, such as India and Bangladesh, and in northern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monsoon biome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wet summer monsoon from the sea brings heavy rain, and a dry winter monsoon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deciduous forest whose trees, such as teak, lose their leaves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red and alluvial soils, fertile in river valleys.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Tigers, elephants, monkeys and many birds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pic>
        <p:nvPicPr>
          <p:cNvPr id="4" name="Image 0" descr="/home/claude/f4/img/v2/monso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 rice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rice in flooded fields during the monsoon.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Teak and sal are cut for timber.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grow tea and jute and rear cattle and buffaloes.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seasonal wind that changes direction between summer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farming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 summer wind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crop of monsoon lands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of India with the rainy season of Garoua: give one similarity and one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Tropical Hot Desert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Caduc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tigre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Tropical Monsoon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monsoon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tropical monsoon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monsoon of India with the rainy season of Garoua: give one similarity and one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arrows on a map of India.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savanna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rice fields of Yagoua.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furniture woods.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“'Pain de singe' (monkey's bread) in a baobab, Senegal” by Milamber's portfolio, CC BY-NC-ND 2.0, via Flickr (https://www.flickr.com/photos/90956808@N00/420120264)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2026-09-28T21:14:58Z</dcterms:created>
  <dcterms:modified xsi:type="dcterms:W3CDTF">2026-09-28T21:14:58Z</dcterms:modified>
</cp:coreProperties>
</file>