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Mediterranean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Temperate Biomes and their Significance. The key notions we shall use today are: mediterranean climate, woodland, viticulture, pastoral farming. At the end, you should be able to do this: learners are able to describe the Mediterranean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Tropical Hot Desert Biome. The question was: Give three actions that can stop desertification in the Far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(Green Wall, Sahel Vert), control grazing, and use improved stoves to reduce tree cutting.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Mediterranean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regions have four seasons. Olive oil and grapes come from Europe. The Mediterranean Sea is north of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uncle lives in Tunisia. He says that summers there are hot and dry, winters are mild and rainy, and farmers grow olives, grapes and oranges.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climate and activities of Mediterranean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summers?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Olives and grapes (also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Mediterranean seasons with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 temperate biome with a special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Mediterranean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Mediterranean Sea, and in California, central Chile, the Cape (South Africa) and south-west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Mediterranean landscape.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Mediterranean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summers and mild, wet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Mediterranean plants adapted to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small, hard, waxy leaves and deep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grapes (vines).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activities of Mediterranean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pastoral farming of sheep and goats (also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Mediterranean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Mediterranean biome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Viticulture and fruit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viticulture?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grapes.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dry; number 3, 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from Mediterranean lands sold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Situation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MEDITERRANEAN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Mediterranean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Mediterranean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Mediterranean climate, woodland, viticulture, pastoral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Tropical Hot Desert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(Green Wall, Sahel Vert), control grazing, and use improved stoves to reduce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Mediterranean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oil and grapes come from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Mediterranean Sea is north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uncle lives in Tunisia. He says that summers there are hot and dry, winters are mild and rainy, and farmers grow olives, grapes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climate and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Olives and grapes (also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Mediterranean seasons with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 temperate biome with a special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Mediterranean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Mediterranean Sea, and in California, central Chile, the Cape (South Africa) and south-west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Mediterranean landscape.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Mediterranean plants adapted to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small, hard, waxy leaves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 (vines).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pastoral farming of sheep and goats (also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Temperate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the Mediterranean Sea and in California, central Chile, the Cape and south-west Australia, between about 30° and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and winters are mild and wet.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woodland and scrub of olive, cork oak and pine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thin red soils, eroded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Goats, sheep, lizards and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and fruit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grapes, olives, oranges and lemons.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tourists visit the sunny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growing of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Mediterranean summers are hot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typical tree of this biome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Vineyard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vignoble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Mediterranean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Mediterranean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from Mediterranean lands sold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olive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fruits from Mediterranean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2026-10-02T05:13:24Z</dcterms:created>
  <dcterms:modified xsi:type="dcterms:W3CDTF">2026-10-02T05:13:24Z</dcterms:modified>
</cp:coreProperties>
</file>