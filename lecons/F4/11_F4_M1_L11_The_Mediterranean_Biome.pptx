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The Mediterranean Biome.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Conservation of World's Biomes and Resources, and the sub-topic is Temperate Biomes and their Significance. The key notions we shall use today are: mediterranean climate, woodland, viticulture, pastoral farming. At the end, you should be able to do this: learners are able to describe the Mediterranean biome and its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The Tropical Hot Desert Biome. The question was: Give three actions that can stop desertification in the Far North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Plant trees (Green Wall, Sahel Vert), control grazing, and use improved stoves to reduce tree cutting.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Mediterranean biome. Number 2: describe its climate, vegetation, soils and animal life. Number 3: describe its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Temperate regions have four seasons. Olive oil and grapes come from Europe. The Mediterranean Sea is north of Africa.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Awa's uncle lives in Tunisia. He says that summers there are hot and dry, winters are mild and rainy, and farmers grow olives, grapes and oranges.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the climate and activities of Mediterranean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are summers?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Hot and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crops.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Olives and grapes (also oranges).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compare the Mediterranean seasons with those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a temperate biome with a special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biomes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the Mediterranean biome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Around the Mediterranean Sea, and in California, central Chile, the Cape (South Africa) and south-west Australia.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Mediterranean landscape.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Mediterranean climate.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 dry summers and mild, wet winters.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olive tree.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are Mediterranean plants adapted to the dry summer?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have small, hard, waxy leaves and deep roots.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vineyard.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viticulture?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growing of grapes (vines).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crowded beach.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other activities of Mediterranean lands.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Tourism and pastoral farming of sheep and goats (also fishing).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The Mediterranean biome is located as follows. On this slide we have Location.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The Mediterranean biome has the following characteristics. On this slide we have Climate and Vegetation.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On this slide we have Soils and Animal 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Human Activities. People carry out the following activities. On this slide we have Viticulture and fruit farming and Pastoral farming.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Activities. On this slide we have Tourism.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the Mediterranean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hot, dry summers and mild, wet winters.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viticulture?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growing of grapes.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viticulture; number 2, dry; number 3, olive.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three products from Mediterranean lands sold in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The Situation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11: THE MEDITERRANEAN BIOME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Mediterranean Biome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Conservation of World's Biomes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Temperate Biomes and their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The Mediterranean Biome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Mediterranean climate, woodland, viticulture, pastoral farming.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characteristics (climate, vegetation, soils, animal life);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Mediterranean biome and its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The Tropical Hot Desert Biome):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actions that can stop desertification in the Far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(Green Wall, Sahel Vert), control grazing, and use improved stoves to reduce tree cutting.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Mediterranean biome.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climate, vegetation, soils and animal life.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Temperate regions have four seasons.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Olive oil and grapes come from Europe.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Mediterranean Sea is north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Awa's uncle lives in Tunisia. He says that summers there are hot and dry, winters are mild and rainy, and farmers grow olives, grapes and oranges.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the climate and activities of Mediterranean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summers?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and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Olives and grapes (also oranges).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Mediterranean seasons with those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a temperate biome with a special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biomes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Biomes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Mediterranean biome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the Mediterranean Sea, and in California, central Chile, the Cape (South Africa) and south-west Australia.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mediterrane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Mediterranean landscape.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Mediterranean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dry summers and mild, wet winters.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olive_tr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olive tree.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Mediterranean plants adapted to the dry summer?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small, hard, waxy leaves and deep roots.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VITICULTURE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vineyard.jpg">    </p:cNvPr>
          <p:cNvPicPr>
            <a:picLocks noChangeAspect="1"/>
          </p:cNvPicPr>
          <p:nvPr/>
        </p:nvPicPr>
        <p:blipFill>
          <a:blip r:embed="rId1"/>
          <a:stretch>
            <a:fillRect/>
          </a:stretch>
        </p:blipFill>
        <p:spPr>
          <a:xfrm>
            <a:off x="1587874" y="1783080"/>
            <a:ext cx="901594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vineyard.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VITICULTURE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viticulture?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VITICULTURE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growing of grapes (vines).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OTHER ACTIVITIES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beach.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beach.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OTHER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other activities of Mediterranean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OTHER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Tourism and pastoral farming of sheep and goats (also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Conservation of World's Biomes and Resources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Temperate Biomes and their Significance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11: The Mediterranean Biome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Mediterranean biome is located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around the Mediterranean Sea and in California, central Chile, the Cape and south-west Australia, between about 30° and 40°.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Mediterranean biome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Summers are hot and dry and winters are mild and wet.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woodland and scrub of olive, cork oak and pine with small, hard leaves.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soils are thin red soils, eroded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Animal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Goats, sheep, lizards and birds live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Human Activities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carry out the following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Viticulture and fruit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grapes, olives, oranges and lemons.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Pastoral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Herders rear sheep and goats.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Human Activities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Millions of tourists visit the sunny beaches.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Mediterranean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dry summers and mild, wet winters.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viticulture?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growing of grapes.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growing of grapes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Mediterranean summers are hot and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typical tree of this biome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products from Mediterranean lands sold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The Situation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Olive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L'olive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raisin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Vineyard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vignoble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Summer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L'hiver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Tourism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tourisme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Conservation of World's Biomes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The Mediterranean Biome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Mediterranean biome. Describe its climate, vegetation, soils and animal life. Describe its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Mediterranean biome and its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Location; Characteristics;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three products from Mediterranean lands sold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with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an olive tree.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fruits from Mediterranean lands.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tourism.</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“Oro Mediterraneo / Mediterranean Gold” by Cristy Valencia, CC BY 2.0, via Flickr (https://www.flickr.com/photos/24522216@N03/5927925845)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“Close up of an Olive Tree” by Ian W Scott, CC BY-SA 2.0, via Flickr (https://www.flickr.com/photos/38000818@N06/5767827378)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“Stefano Lubiana Wines Tasmania harvest panorama” by stefano lubiana wines, CC BY 2.0, via Flickr (https://www.flickr.com/photos/50979249@N06/4688372740)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“Crowded Sunny Beach, Bulgaria” by phototouring, CC BY-NC-SA 2.0, via Flickr (https://www.flickr.com/photos/19054742@N00/1557605901)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2026-09-28T21:14:59Z</dcterms:created>
  <dcterms:modified xsi:type="dcterms:W3CDTF">2026-09-28T21:14:59Z</dcterms:modified>
</cp:coreProperties>
</file>