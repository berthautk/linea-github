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28: Depositional Features of Wind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Hot Desert Landscapes: Wind Action and Human Adaptation.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Hot Desert Landscapes: Wind Action and Human Adaptation. The key notions we shall use today are: barchans and seif dunes. At the end, you should be able to do this: learners are able to explain why sand and dust pile up behind walls, stones and bushes, and to recognise barchan and seif dunes.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27: Semi-Arid and Desert Landscapes. The question was: After the next windy day, look around your compound. Find a place where sand or dust has piled up, for example behind a wall, a stone or a bush, and write down why you think it collected there.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Sand piles up behind a wall, a stone or a bush because the obstacle slows down the wind, so the wind drops the sand it was carrying.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why the wind deposits the sand and dust it carries. Number 2: describe the structure and movement of a sand dune. Number 3: distinguish between barchan and seif dunes, and define loess.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Wind erodes the land by deflation, abrasion and attrition. Wind erosion forms rock pedestals, zeugen, yardangs and inselbergs. The sand and dust removed by the wind must be dropped somewhere.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 windy Harmattan day, Aminatou sweeps her compound. The sand has piled up only in some places: at the foot of a wall, behind a stone and around a bush.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Aminatou does not know why the sand piled up in some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did the sand pile up?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Near the wall, the stone and the bush.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there?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These obstacles slow the wind, so it drops the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hedges to stop moving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made when the wind drops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a sand dune moves.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slope faces the wind? Is it gentle or steep?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windward slope. It is gentle.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dune seen from above, shaped like a crescent (a new moon).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this dune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barchan.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long, straight lines of dunes seen from above.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 we call these long, narrow dunes?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Seif dunes.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Wind Deposition. The wind drops sand for the following reasons. On this slide we have Meaning and Slower wind.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Wind Deposition. On this slide we have Obstacles and Rain.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Depositional Features. Wind deposition forms the following features. On this slide we have Sand dune and Barchan.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Depositional Features. On this slide we have Seif dune and Loess.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how a dune moves.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does the wind drop its sand behind a wall?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wall slows the wind.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 barchan?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dune shaped like a crescent.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dune; number 2, barchan; number 3, seif.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elder in your family how people in your area cope with the heat, the dust and the shortage of water during the dry season. Write down two ways.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29: Man in the Hot Desert Environments.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28: DEPOSITIONAL FEATURES OF WIND ACTION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Depositional Features of Wind Action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Hot Desert Landscapes: Wind Action and Human 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Hot Desert Landscapes: Wind Action and Human Adaptation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28: Depositional Features of Wind Action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Barchans and seif dunes.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Depositional features of wind action; sand dunes (barchans and seif dunes).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sand and dust pile up behind walls, stones and bushes, and to recognise barchan and seif dunes.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27: Semi-Arid and Desert Landscapes):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next windy day, look around your compound. Find a place where sand or dust has piled up, for example behind a wall, a stone or a bush, and write down why you think it collected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piles up behind a wall, a stone or a bush because the obstacle slows down the wind, so the wind drops the sand it was carrying.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the wind deposits the sand and dust it carries.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structure and movement of a sand dune.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between barchan and seif dunes, and define loess.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 erodes the land by deflation, abrasion and attrition.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 erosion forms rock pedestals, zeugen, yardangs and inselbergs.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sand and dust removed by the wind must be dropped somewhere.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windy Harmattan day, Aminatou sweeps her compound. The sand has piled up only in some places: at the foot of a wall, behind a stone and around a bush.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Aminatou does not know why the sand piled up in some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did the sand pile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wall, the stone and the bush.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obstacles slow the wind, so it drops the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hedges to stop moving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made when the wind drops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SAND DUNES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une_mov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sand dune moves.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SAND DUNES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slope faces the wind? Is it gentle or steep?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SAND DUNES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windward slope. It is gentle.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BARCHANS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arch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dune seen from above, shaped like a crescent (a new moon).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BARCHANS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dune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BARCHANS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barchan.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SEIF DUNES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ei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Long, straight lines of dunes seen from above.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SEIF DUNES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these long, narrow dunes?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SEIF DUNES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Seif dunes.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Hot Desert Landscapes: Wind Action and Human Adaptation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Depositional Features of Wind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Wind Deposition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wind drops sand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 deposition is the dropping of sand and dust carried by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Slower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drops sand when it loses its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Wind Deposition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Obstacles: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Walls, stones and bushes slow the wind and make it drop sand.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sand becomes heavy and stops moving.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 deposition forms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 dune: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hill of sand with a gentle windward slope and a steep slip face.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Barchan: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crescent-shaped dune whose horns point in the direction of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Seif dune: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 straight ridge of sand lying parallel to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thick layer of fine dust deposited far from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a:t>
            </a:r>
            <a:endParaRPr lang="en-US" sz="3600" dirty="0"/>
          </a:p>
        </p:txBody>
      </p:sp>
      <p:pic>
        <p:nvPicPr>
          <p:cNvPr id="4" name="Image 0" descr="/home/claude/f4/img/v2/dune_move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how a dune moves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wind drop its sand behind a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wall slows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barchan?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dune shaped like a crescent.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hill of sand made by the wind is a sand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crescent-shaped dune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Long, straight dunes are ______ dunes.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in your family how people in your area cope with the heat, the dust and the shortage of water during the dry season. Write down two 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Man in the Hot Desert Environments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dépôt (l'accumulation)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 dune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dune de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Barchan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barkhane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Seif dune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sif (dune longitudinale)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Leeward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 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Slip face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face d'avalanche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Loess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lœss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28: Depositional Features of Wind 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the wind deposits the sand and dust it carries. Describe the structure and movement of a sand dune. Distinguish between barchan and seif dunes, and define loess.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sand and dust pile up behind walls, stones and bushes, and to recognise barchan and seif dunes.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Wind Deposition; Depositional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elder in your family how people in your area cope with the heat, the dust and the shortage of water during the dry season. Write down two ways.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dune: a gentle slope and a steep slope.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crescent with two horns.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long parallel lines of sand.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 — Lesson 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Lesson 28 (f4.docx).</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Dune diagrams: teacher's images (dune profile, seif) and a barchan diagram redrawn with the horns pointing downwind.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2026-09-27T10:04:55Z</dcterms:created>
  <dcterms:modified xsi:type="dcterms:W3CDTF">2026-09-27T10:04:55Z</dcterms:modified>
</cp:coreProperties>
</file>