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37: Food Loss and Food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The Economic Development Potentials of Cameroon in the Primary Sector: Agriculture. The key notions we shall use today are: food loss, food waste, production waste, retail waste. At the end, you should be able to do this: learners are able to explain food loss and waste and act to reduce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36: The Impact of Agriculture on the Economy of Cameroon. The question was: Name three factories in Cameroon that use farm products and their raw materials.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CICAM (cotton → cloth), SABC (maize and sorghum → drinks), SOSUCAM (sugar cane → sugar) (also SOCAPALM: palm oil).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food loss and food waste. Number 2: explain their causes and consequences. Number 3: propose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Farmers harvest crops. Food is sold in markets. Some food rots before it is eaten.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the harvest, tomatoes rot in a village near Garoua because the road is bad and there is no storage. In town, families throw away leftover food.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Food is lost and wasted.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tomatoes rot in the village?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Bad roads and no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families in town throw away?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Leftover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only what you need and store food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save food and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solutions to food problems.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food loss and food waste.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Food loss happens during harvest, storage and transport; food waste happens in shops and homes.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bad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causes of food loss.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Poor storage and bad roads (also pests, lack of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causes of food waste.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Buying too much and throwing away leftovers (also food spoiling in 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food aid.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consequences.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Hunger and loss of money (also wasted water and land,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stored sacks.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solutions.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Better storage and processing, good roads, and buying only what we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Food loss and Food waste.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Food Loss. Food is lost for the following reasons. On this slide we have Poor storage, Pests and Bad roads.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Food Loss. On this slide we have Lack of processing.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Food Waste. Food is wasted for the following reasons. On this slide we have Buying too much and Poor planning.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Food Waste. On this slide we have Throwing away leftovers.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Consequences. Food loss and waste have the following consequences. On this slide we have Social consequences and Economic and environmental consequences.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Food loss and waste can be reduced as follows. On this slide we have Better storage and processing and Good roads and markets.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On this slide we have Good habits.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food solutions.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food loss and food waste.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loss: during production and transport. Waste: in shops and homes.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better storage and buying only what we need.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loss; number 2, waste; number 3,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Observe food waste at home for three days and suggest how to reduce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38: Problems of Tropical Agriculture with Reference to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37: FOOD LOSS AND FOOD WASTE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Food Loss and Food Waste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Economic Development Potentials of Cameroon in the Primary Sector: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37: Food Loss and Food Waste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Food loss, food waste, production waste, retail waste.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Definitions; causes; consequences;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food loss and waste and act to reduce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36: The Impact of Agriculture on the Economy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factories in Cameroon that use farm products and their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(cotton → cloth), SABC (maize and sorghum → drinks), SOSUCAM (sugar cane → sugar) (also SOCAPALM: palm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food loss and food waste.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causes and consequences.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Farmers harvest crops.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Food is sold in markets.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food rots before it is eaten.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the harvest, tomatoes rot in a village near Garoua because the road is bad and there is no storage. In town, families throw away leftover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is lost and wasted.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tomatoes rot in the village?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Bad roads and no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families in town throw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Leftover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only what you need and store food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save food and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Solutions to food problems.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food loss and food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loss happens during harvest, storage and transport; food waste happens in shops and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LOSS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bad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LOSS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food loss.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LOSS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Poor storage and bad roads (also pests, lack of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WASTE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food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 OF WASTE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Buying too much and throwing away leftovers (also food spoiling in shops).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foodai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Food aid.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consequences.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CONSEQUENCES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Hunger and loss of money (also wasted water and land,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a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Stored sacks.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storage and processing, good roads, and buying only what we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Economic Development Potentials of Cameroon in the Primary Sector: Agriculture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37: Food Loss and Food Waste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loss: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food lost during harvest, storage, processing and transport.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waste: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good food thrown away by shops, restaurants and households.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Causes of Food Loss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Food is lost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storage: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Grain rots or is eaten by insects in bad stores.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Rats and insects destroy food.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Bad roads: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Food spoils before reaching the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Causes of Food Loss (continued)</a:t>
            </a:r>
            <a:endParaRPr lang="en-US" sz="30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processing: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Fresh food cannot be kept for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Causes of Food Waste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Food is wasted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Buying too much: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buy more than they need.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planning: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Meals are not planned, so food spoils.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Causes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Causes of Food Waste (continued)</a:t>
            </a:r>
            <a:endParaRPr lang="en-US" sz="2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Throwing away leftovers: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 food is thrown in the bin.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Consequences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Food loss and waste have the following consequences: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Hunger remains while food is thrown away.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and environmental consequences: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Money, water, land and energy are wasted and rotting food pollutes.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Food loss and waste can be reduced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Better storage and processing: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Granaries, drying and processing keep food longer.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roads and markets: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bring food quickly to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Good habits: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buy what they need and use leftovers.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Solutions</a:t>
            </a:r>
            <a:endParaRPr lang="en-US" sz="3600" dirty="0"/>
          </a:p>
        </p:txBody>
      </p:sp>
      <p:pic>
        <p:nvPicPr>
          <p:cNvPr id="4" name="Image 0" descr="/home/claude/f4/img/v2/food_soluti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food solutions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food loss and food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Loss: during production and transport. Waste: in shops and homes.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storage and buying only what we need.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rotting in storage is food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Food thrown away at home is food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Drying tomatoes is a form of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food waste at home for three days and suggest how to reduce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38: Problems of Tropical Agriculture with Reference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nourriture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perte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gaspillage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Leftovers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restes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faim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37: Food Loss and Food Waste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food loss and food waste. Explain their causes and consequences. Propose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food loss and waste and act to reduce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Causes of Food Loss; Causes of Food Waste; Consequences;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Observe food waste at home for three days and suggest how to reduce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home habits.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actions.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“WFP food distribution” by UNAMID Photo, CC BY-NC-ND 2.0, via Flickr (https://www.flickr.com/photos/58538810@N03/12495227734)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“Sacks of Cocoa Beans” by D-Stanley, CC BY 2.0, via Flickr (https://www.flickr.com/photos/79721788@N00/20795057229)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2026-10-02T05:13:32Z</dcterms:created>
  <dcterms:modified xsi:type="dcterms:W3CDTF">2026-10-02T05:13:32Z</dcterms:modified>
</cp:coreProperties>
</file>