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Food Loss and Food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food loss, food waste, production waste, retail waste. At the end, you should be able to do this: learners are able to explain food loss and waste and act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The Impact of Agriculture on the Economy of Cameroon. The question was: Name three factories in Cameroon that use farm products and their raw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(cotton → cloth), SABC (maize and sorghum → drinks), SOSUCAM (sugar cane → sugar) (also SOCAPALM: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food loss and food waste. Number 2: explain their causes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Farmers harvest crops. Food is sold in markets. Some food rots before it is eaten.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harvest, tomatoes rot in a village near Garoua because the road is bad and there is no storage. In town, families throw away leftover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is lost and wasted.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tomatoes rot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no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families in town throw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Leftover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only what you need and store food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save food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solutions to food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food loss and food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loss happens during harvest, storage and transport; food waste happens in shops and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food loss.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storage and bad roads (also pests, lack of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causes of food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Buying too much and throwing away leftovers (also food spoiling in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food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Hunger and loss of money (also wasted water and land,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stored sacks.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storage and processing, good roads, and buying only what we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Food loss and Food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Food loss and waste have the following causes. On this slide we have Causes of loss.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Causes of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Food loss and waste have the following consequences. On this slide we have Social consequences and Economic and environmental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Food loss and waste can be reduced as follows. On this slide we have Better storage and processing and Good roads and markets.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Good habits.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food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food loss and food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during production and transport. Waste: in shops and homes.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storage and buying only what we need.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loss; number 2, waste; number 3,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food waste at home for three days and suggest how to reduce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Problems of Tropical Agriculture with Reference to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FOOD LOSS AND FOOD WASTE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Food Loss and Food Waste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Food Loss and Food Waste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loss, food waste, production waste, retail waste.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Definitions; causes;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food loss and waste and act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The Impact of Agriculture on the Economy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factories in Cameroon that use farm products and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(cotton → cloth), SABC (maize and sorghum → drinks), SOSUCAM (sugar cane → sugar) (also SOCAPALM: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food loss and food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harvest crops.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Food is sold in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food rots before it is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harvest, tomatoes rot in a village near Garoua because the road is bad and there is no storage. In town, families throw away leftover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is lost and wasted.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tomatoes rot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no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families in town throw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Leftover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only what you need and store food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save food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to food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loss happens during harvest, storage and transport; food waste happens in shops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food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storage and bad roads (also pests, lack of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Buying too much and throwing away leftovers (also food spoiling in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Hunger and loss of money (also wasted water and land,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Stored sacks.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storage and processing, good roads, and buying only what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food lost during harvest, storage, processing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good food thrown away by shops, restaurants and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storage, pests, bad roads and lack of processing cause food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Buying too much, poor planning and throwing away leftovers cause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Hunger remains while food is thrown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and environmental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water, land and energy are wasted and rotting food pollutes.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Food loss and waste can be reduced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storage and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Granaries, drying and processing keep food longer.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roads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food quickly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what they need and use leftovers.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food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during production and transport. Waste: in shops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storage and buying only what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rotting in storage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thrown away at home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Drying tomatoes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food waste at home for three days and suggest how to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Problems of Tropical Agriculture with Reference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nourriture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gaspillage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Leftovers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Food Loss and Food Waste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food loss and food waste. Explain their causes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food loss and waste and act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food waste at home for three days and suggest how to reduce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home habits.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2026-09-27T14:07:44Z</dcterms:created>
  <dcterms:modified xsi:type="dcterms:W3CDTF">2026-09-27T14:07:44Z</dcterms:modified>
</cp:coreProperties>
</file>