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class, and welcome to Form 4 Geography. Our first lesson is about our planet, the Earth: its size, its shape and the proofs of its shape.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learners what they learned about the Earth in Form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show a globe or a ball.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three ships going down behind a curved line and ask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hold a ball in front of a torch: its shadow on the wall is round.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poles 2. Equator 3. round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4 GEOGRAPHY  —  LESSON 1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Planet, the Earth: Size, Shape and Proofs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Earth as a Planet in the Solar System — The Earth as a Planet of the Solar System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minutes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Earth as a Planet in the Solar System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Earth as a Planet of the Solar System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1: Our Planet, the Earth: Size, Shape and Proofs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Sphere, oblate spheroid, circumference, diameter, horizon.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of the Earth; shape of the Earth; proofs of the shape of the Earth.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explain, with everyday observations, why the Earth is round and to give its main measurements.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size of the Earth: its circumferences and diameters.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true shape of the Earth (an oblate spheroid).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at least four proofs that the Earth is round.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Earth is one of the eight planets of the solar system.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Earth moves around the Sun.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live on the surface of the Earth, which is made of land and water.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a long, straight road, Aïcha sees a lorry coming from far away. First, she sees only the top of the lorry. Then she sees the whole lorry. Her brother says, "The Earth is flat."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Aïcha cannot explain why she saw the top of the lorry first.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part of the lorry did she see first?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She saw the top of the lorry first.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she show her brother that the Earth is round?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She can show him a globe and photos of the Earth from space.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the size and the shape of our planet.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OF THE EARTH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4_earth_spa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1116" y="1691640"/>
            <a:ext cx="804672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Earth seen from space.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OF THE EARTH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Look at the photo. What is the shape of the Earth?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OF THE EARTH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Earth is round, like a ball.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ship_sailing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a ship sails away from the coast.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part of the ship disappears first? Why?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bottom of the ship disappears first, because the ship goes over the curve of the Earth.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lunar_eclip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eclipse of the Moon: the Moon is inside the shadow of the Earth.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During an eclipse, the edge of the shadow of the Earth on the Moon is always curved. What does this prove?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Earth is round. Only a round object gives a round shadow.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Our Planet, the Earth: Size, Shape and Proofs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Earth as a Planet in the Solar System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 Earth as a Planet of the Solar System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1: Our Planet, the Earth: Size, Shape and Proofs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Planet: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large body that moves around the Sun.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Oblate spheroid: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ball that is flat at the poles and wider at the Equator.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Size of the Earth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main measurements of the Earth are: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Distance around the Equator: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about 40,075 km.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Distance around the poles: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about 40,008 km.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Diameter at the Equator: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about 12,756 km.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Shape of the Earth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Shape: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Earth is an oblate spheroid.</a:t>
            </a:r>
            <a:endParaRPr lang="en-US" sz="4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Shape of the Earth (2/2)</a:t>
            </a:r>
            <a:endParaRPr lang="en-US" sz="3600" dirty="0"/>
          </a:p>
        </p:txBody>
      </p:sp>
      <p:pic>
        <p:nvPicPr>
          <p:cNvPr id="13" name="Image 0" descr="/home/claude/f4/img/v2/earth_shap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this simple drawing.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IV. Proofs of the Shape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main proofs are: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The ship: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Its bottom disappears first.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The eclipse of the Moon: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shadow of the Earth is round.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Photos from space: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show a round Earth.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Travel around the world: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 come back to the start.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shape of the Earth?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an oblate spheroid.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proofs that the Earth is round.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ship at sea and the round shadow of the Earth on the Moon.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Earth is flat at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Earth is wider at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shadow of the Earth on the Moon is ______.</a:t>
            </a:r>
            <a:endParaRPr lang="en-US" sz="3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Look at the Moon on three different evenings this week. Draw its shape each time and write the date under each drawing.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Further Study 1: The Universe and the Moon.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Planet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planète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forme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taille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Sphere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sphère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Circumference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circonférence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Diameter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diamètre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Horizon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L'horizon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preuve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Earth as a Planet in the Solar System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1: Our Planet, the Earth: Size, Shape and Proofs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Give the size of the Earth: its circumferences and diameters. Describe the true shape of the Earth (an oblate spheroid). Explain at least four proofs that the Earth is round.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explain, with everyday observations, why the Earth is round and to give its main measurements.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Planet, Oblate spheroid; II. Size of the Earth: Distance around the Equator, Distance around the poles, Diameter at the Equator; III. Shape of the Earth: Shape; IV. Proofs of the Shape: The ship, The eclipse of the Moon, Photos from space, Travel around the world.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 at the Moon on three different evenings this week. Draw its shape each time and write the date under each drawing.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5 min | Situation 5 min | 3 activities 12 min | Board summary (copying) 15 min | Evaluation, homework 5 min | Logbook 5 min | Spare 3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Figures: equatorial circumference 40,075 km; polar 40,008 km; equatorial diameter 12,756 km; polar 12,714 km.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2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 (MINESEC), Form 4 — The Earth as a Planet in the Solar System.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lesson notes (Form 4), checked and corrected where necessary.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“Blue Marble, Eastern Hemisphere March 2014” by NASA Goddard Photo and Video, CC BY 2.0, via nasa (https://www.flickr.com/photos/24662369@N07/14990033062)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“Medio de la totalidad eclipse Luna 21 enero 2019” by StarryEarth, CC BY-NC 2.0, via Flickr (https://www.flickr.com/photos/65131760@N06/46777562672)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2026-09-26T10:44:19Z</dcterms:created>
  <dcterms:modified xsi:type="dcterms:W3CDTF">2026-09-26T10:44:19Z</dcterms:modified>
</cp:coreProperties>
</file>