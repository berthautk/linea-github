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Map Copying, Reduction and Enlargement.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copying, reduction, enlargement, grid method. At the end, you should be able to do this: learners are able to copy, reduce and enlarge maps using the grid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Scales and Map Measurements. The question was: On a 1:50,000 map extract, measure the length of a river and the area of a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Correct method: river length = thread length in cm × 0.5 km; forest area = full squares + half the part squares, in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grid method of map copying. Number 2: reduce a map. Number 3: enlarge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A scale shows the size of a map. A sketch map is a simple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an exhibition, the class must draw a big map of Cameroon on a wall from a small map in the atlas, and a small map of the region in their notebooks.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enlarge and reduce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must be enlarged?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atlas map of Cameroon for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helps?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grid (square)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light grids with a pencil and copy square by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draw accurate maps of any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grid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grid method of copying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Draw a grid on the original and the same number of squares on the new paper, then copy each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enlarging a map two times.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enlarge a map two times,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Twice as long: 1 cm squares become 2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scales.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scale when a 1:100,000 map is enlarged two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 reduce a map by half, what size must the new squares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Half as long: 2 cm squares become 1 cm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be added to a copied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title, a key, a new scale and a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Grid Method. Maps are copied with the grid method as follows.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Grid Method. On this slide we have Step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enlarging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Reduction and Enlargement. The scale changes as follows. On this slide we have Enlargement and Reduction.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grid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draw equal grids on both papers and copy square by square.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1:50,000 map is reduced by half. Give the new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1:100,000.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enlargement; number 2, reduction; number 3,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Enlarge the map of your region two times using the grid method.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7: Interpreting Relief Forms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MAP COPYING, REDUCTION AND ENLARGEMENT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Map Copying, Reduction and Enlargement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Map Copying, Reduction and Enlargement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enlargement,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copying; reduction and enlargement of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Scales and Map Measurements):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Correct method: river length = thread length in cm × 0.5 km; forest area = full squares + half the part squares, in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grid method of map copying.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Reduce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Enlarge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scale shows the size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is a simple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an exhibition, the class must draw a big map of Cameroon on a wall from a small map in the atlas, and a small map of the region in their notebooks.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enlarge and reduce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must be enlarged?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map of Cameroon for the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grid (square)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light grids with a pencil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draw accurate maps of any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grid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 of copying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MAP COPYING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grid on the original and the same number of squares on the new paper, then copy each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Enlarging a map two times.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enlarge a map two times,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ENLARGEMENT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Twice as long: 1 cm squares become 2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Scales.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scale when a 1:100,000 map is enlarged two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a map by half, what size must the new squares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Half as long: 2 cm squares become 1 cm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added to a copied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 ON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title, a key, a new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bigger than the original.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drawing a map smaller than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copied with the grid method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grid of equal squares over the original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same number of squares on the new paper, bigger or smaller as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copy the features square by square and add the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Grid Method</a:t>
            </a:r>
            <a:endParaRPr lang="en-US" sz="3600" dirty="0"/>
          </a:p>
        </p:txBody>
      </p:sp>
      <p:pic>
        <p:nvPicPr>
          <p:cNvPr id="4" name="Image 0" descr="/home/claude/f4/img/v2/map_enlarg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enlarging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Reduction and Enlargement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scale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Enlargement: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Enlarging two times doubles the square side and changes 1:100,000 to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Reducing by half halves the square side and changes 1:50,000 to 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equal grids on both papers and copy square by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1:50,000 map is reduced by half. Give the new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bigger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a map smaller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Maps are copied square by square with the ______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copie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Enlargement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L'agrandissement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crayon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Drawing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Map Copying,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grid method of map copying. Reduce a map. Enlarge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copy, reduce and enlarge maps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Grid Method; Reduction and Enlargement.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Enlarge the map of your region two times using the grid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two grids.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check a copied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2026-09-29T03:11:43Z</dcterms:created>
  <dcterms:modified xsi:type="dcterms:W3CDTF">2026-09-29T03:11:43Z</dcterms:modified>
</cp:coreProperties>
</file>