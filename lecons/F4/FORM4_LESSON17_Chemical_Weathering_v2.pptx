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17: Chemical Weathering Processes and Products.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the rusty gate or roofing 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show a rusty nail and a new nail.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show red soil from the school yard.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drop a piece of chalk in vinegar: it slowly dissolves.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oxidation 2. carbonation 3. hydrolysis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4 GEOGRAPHY  —  LESSON 17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 Weathering Processes and Products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 — Weathering Processes: The Products and Impacts on Man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minutes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Weathering Processes: The Products and Impacts on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17: Chemical Weathering Processes and Products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Solution, carbonation, hydrolysis, oxidation, hydration, chemically induced biological weathering.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Processes and products of chemical weathering: solution, carbonation, hydrolysis, oxidation, hydration and chemically induced biological weathering.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why rocks rot and soils become red or clayey, and to protect metal and cement from the effects of water and air.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chemical weathering.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main processes of chemical weathering.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products of each process.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weathering breaks rocks without changing their minerals.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 shattering is common in hot, dry areas.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 weathering is fastest in hot, wet climates.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rainy season, Kaltouma sees that the old metal gate of her compound is reddish-brown. It flakes and crumbles. A new gate still shines.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old gate is rusting and breaking.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makes it rust?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and the air (oxygen).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Can rocks also rust?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Yes, rocks with iron become red: oxidation.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how rain and air change rocks.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OXIDATION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4_ru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Rusty metal.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OXIDATION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and air make iron red. What is this process?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OXIDATION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Oxidation.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OXIDATION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4_redsoi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Red soil in a dry area.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OXIDATION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many soils around Garoua red?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OXIDATION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iron in the soil is oxidised (rusted).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CARBONATION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kar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cave in limestone.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CARBONATION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water dissolves limestone. What forms after a long time?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CARBONATION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Caves (with stalactites).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Chemical Weathering Processes and Products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Denudation Processes, Landforms and Impacts on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Weathering Processes: The Products and Impacts on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17: Chemical Weathering Processes and Products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Chemical weathering: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change of the minerals of a rock.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Oxidation: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rusting of iron in rocks.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Carbonation: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when rain water dissolves limestone.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Processes and Products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Solution: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dissolves salts.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Carbonation: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Limestone forms caves.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Oxidation: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Iron makes soils red.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Hydrolysis: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Granite becomes clay.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E. Hydration: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Rocks take water and swell.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the soils of Garoua red?</a:t>
            </a:r>
            <a:endParaRPr lang="en-US" sz="4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iron in them is oxidised.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carbonation produce in limestone?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Caves.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rusting of iron in rocks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water dissolves limestone by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Granite changes into clay by ______.</a:t>
            </a:r>
            <a:endParaRPr lang="en-US" sz="3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Ask a farmer in your family where the soil of his farm comes from, and ask if he has seen rocks fall or roads blocked after heavy rain. Write his answers.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Further Study 2: The Impact of Weathering on the Environment.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dissolution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Oxidation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L'oxydation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Carbonation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carbonatation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Hydrolysis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L'hydrolyse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Hydration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L'hydratation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rouille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L'argile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Limestone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calcaire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17: Chemical Weathering Processes and Products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chemical weathering. Explain the main processes of chemical weathering. Name the products of each process.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why rocks rot and soils become red or clayey, and to protect metal and cement from the effects of water and air.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Chemical weathering, Oxidation, Carbonation; II. Processes and Products: Solution, Carbonation, Oxidation, Hydrolysis, Hydration.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Ask a farmer in your family where the soil of his farm comes from, and ask if he has seen rocks fall or roads blocked after heavy rain. Write his answers.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5 min | Situation 5 min | 3 activities 12 min | Board summary (copying) 15 min | Evaluation, homework 5 min | Logbook 5 min | Spare 3 min</a:t>
            </a:r>
            <a:endParaRPr lang="en-US" sz="2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 (MINESEC), Form 4 — Denudation Processes, Landforms and Impacts on Man.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lesson notes (Form 4), checked and corrected where necessary.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“Lock down!” by ViNo Gv, CC BY 2.0, via Flickr (https://www.flickr.com/photos/38217093@N03/20143584561)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“in the middle of nowhere, morocco” by mariusz kluzniak, CC BY-NC-ND 2.0, via Flickr (https://www.flickr.com/photos/39997856@N03/8398997251)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“Songam Cave” by D-Stanley, CC BY 2.0, via Flickr (https://www.flickr.com/photos/79721788@N00/5063216873)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2026-09-26T10:44:21Z</dcterms:created>
  <dcterms:modified xsi:type="dcterms:W3CDTF">2026-09-26T10:44:21Z</dcterms:modified>
</cp:coreProperties>
</file>