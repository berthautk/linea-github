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24: Strategies for the Emergence of the 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Process of Development, and the sub-topic is Challenges of Development and Fight against Underdevelopment. The key notions we shall use today are: nIC, emergence, export-led growth, enabling environment. At the end, you should be able to do this: learners are able to explain how NICs developed and draw lessons for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23: Global Solutions to Poverty and Underdevelopment. The question was: Choose one SDG and describe what your community does to achieve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SDG 4 (quality education) – the community builds classrooms and parents send girls to school.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emergence. Number 2: explain the strategies used by NICs. Number 3: draw lessons for Cameroon's vision of emergence by 2035.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South Korea is an NIC. NICs industrialised quickly. Cameroon wants to become emergent.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1960, South Korea and Cameroon were both poor. Today South Korea exports cars and phones. Cameroon aims to become an emergent country by 2035.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how South Korea developed.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South Korea export?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Cars and 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Cameroon's aim?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become emergent by 2035.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study hard and develop technical skills for the emergence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learn from successful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singapore.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an emergent country?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country that moves quickly from poverty towards development through industry and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strategies of NICs.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three strategies used by NICs.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Strong governments, education and training, and export-led industries (also foreign investment).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learners in a computer class.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was education important for NICs?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gave a skilled workforce for modern industries.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workers in an electronics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did NICs produce for export?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earn foreign currency and grow faster than with the small home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technology park.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lessons Cameroon can learn from NICs.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Process raw materials locally and invest in education and infrastructure (also fight corruption).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Emergence.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Strategies for the Emergence of NICs. NICs developed through the following strategies. On this slide we have Strong and stable governments and Education and training.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Strategies for the Emergence of NICs. On this slide we have Export-led growth and Foreign investment.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strategies of NICs.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Lessons for Cameroon. Cameroon can learn the following lessons for its Vision 2035. On this slide we have Industrialisation and Human capital.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Lessons for Cameroon. On this slide we have Governance.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strategies of NICs.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strong government, education and export industries.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lesson for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process raw materials locally.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export; number 2, 2035; number 3, 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South Korea and Cameroon in 1960 and today using two indicators.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25: Economic Activities.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24: STRATEGIES FOR THE EMERGENCE OF THE NICS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Strategies for the Emergence of the NICs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Process of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Challenges of Development and Fight against Underdevelopment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24: Strategies for the Emergence of the NICs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NIC, emergence, export-led growth, enabling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Strategies (reasons) for the emergence of the NICs.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NICs developed and draw lessons for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23: Global Solutions to Poverty and Underdevelopment):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one SDG and describe what your community does to achieve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SDG 4 (quality education) – the community builds classrooms and parents send girls to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emergence.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strategies used by NICs.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lessons for Cameroon's vision of emergence by 2035.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South Korea is an NIC.</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NICs industrialised quickly.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wants to become emergent.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1960, South Korea and Cameroon were both poor. Today South Korea exports cars and phones. Cameroon aims to become an emergent country by 2035.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how South Korea developed.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South Korea export?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Cars and phones.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Cameroon's aim?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become emergent by 2035.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Study hard and develop technical skills for the emergence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learn from successful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singapo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Singapore.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emergent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country that moves quickly from poverty towards development through industry and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STRATEGIES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nic_strategi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Strategies of NICs.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STRATEGIES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strategies used by 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STRATEGIES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Strong governments, education and training, and export-led industries (also foreign investment).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EDUCATION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omputer_clas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Learners in a computer class.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EDUCATION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was education important for 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EDUCATION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gave a skilled workforce for modern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EXPORT INDUSTRIES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electronic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Workers in an electronics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EXPORT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NICs produce for export?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EXPORT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earn foreign currency and grow faster than with the small home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LESSONS FOR CAMEROON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techpark.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technology park.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LESSONS FOR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lessons Cameroon can learn from 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LESSONS FOR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Process raw materials locally and invest in education and infrastructure (also fight corruption).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Process of Development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Challenges of Development and Fight against Underdevelopment</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24: Strategies for the Emergence of the NICs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Emergence: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rapid move of a country from poverty towards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Strategies for the Emergence of NICs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NICs developed through the following strategies: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Strong and stable governments: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planned development and built roads, ports and energy.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Education and training: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trained a skilled and disciplined workforce.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Strategies for the Emergence of NICs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Export-led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produced goods such as textiles, electronics and cars for export.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Foreign investment: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Free zones and low taxes attracted foreign companies.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Strategies for the Emergence of NICs</a:t>
            </a:r>
            <a:endParaRPr lang="en-US" sz="3600" dirty="0"/>
          </a:p>
        </p:txBody>
      </p:sp>
      <p:pic>
        <p:nvPicPr>
          <p:cNvPr id="4" name="Image 0" descr="/home/claude/f4/img/v2/nic_strategi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strategies of NICs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Lessons for Cameroon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can learn the following lessons for its Vision 2035:</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Process raw materials such as cocoa and cotton in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capital: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Invest in technical education and health.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Lessons for Cameroon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Governance: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Fight corruption and keep peace to attract investors.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strategies of 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Strong government, education and export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lesson for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Process raw materials locally.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Growth based on selling goods abroad is ______-led growth.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Cameroon aims to be emergent by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Singapore is an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South Korea and Cameroon in 1960 and today using two indicators.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25: Economic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Emergence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L'émergence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Strategy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stratégie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Investment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L'investissement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L'exportation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Skill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compétence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Vision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Process of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24: Strategies for the Emergence of the NICs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emergence. Explain the strategies used by NICs. Draw lessons for Cameroon's vision of emergence by 2035.</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NICs developed and draw lessons for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Strategies for the Emergence of NICs; Lessons for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South Korea and Cameroon in 1960 and today using two indicators.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name emergent countries.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strategies.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technical schools.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exports of NICs.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Vision 2035.</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“Singapore” by Christopher Chan, CC BY-NC-ND 2.0, via Flickr (https://www.flickr.com/photos/17751217@N00/8909326546)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“The Oneputa Combined School goes from Grade 1 through to Grade 10” by World Bank Photo Collection, CC BY-NC-ND 2.0, via Flickr (https://www.flickr.com/photos/10816734@N03/5321464442)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“electronics factory” by ILO in Asia and the Pacific, CC BY-NC-ND 2.0, via Flickr (https://www.flickr.com/photos/77173826@N08/8096445212)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“Knight-Crane Convergence Lab” by Knight Foundation, CC BY-SA 2.0, via Flickr (https://www.flickr.com/photos/9133668@N08/6242015734)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2026-09-29T03:11:46Z</dcterms:created>
  <dcterms:modified xsi:type="dcterms:W3CDTF">2026-09-29T03:11:46Z</dcterms:modified>
</cp:coreProperties>
</file>