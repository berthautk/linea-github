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Strategies for the Emergence of the 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nIC, emergence, export-led growth, enabling environment. At the end, you should be able to do this: learners are able to explain how NICs developed and draw lessons for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Global Solutions to Poverty and Underdevelopment. The question was: Choose one SDG and describe what your community does to achieve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SDG 4 (quality education) – the community builds classrooms and parents send girls to school.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emergence. Number 2: explain the strategies used by NICs. Number 3: draw lessons for Cameroon's vision of emergence by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South Korea is an NIC. NICs industrialised quickly. Cameroon wants to become emergent.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1960, South Korea and Cameroon were both poor. Today South Korea exports cars and phones. Cameroon aims to become an emergent country by 2035.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how South Korea developed.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South Korea export?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Cars and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Cameroon's aim?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become emergent by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study hard and develop technical skills for the emergence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learn from successful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singapore.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emergent country?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country that moves quickly from poverty towards development through industry and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strategies of 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strategies used by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governments, education and training, and export-led industries (also foreign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learners in a computer class.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was education important for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gave a skilled workforce for modern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workers in an electronics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did NICs produce for export?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earn foreign currency and grow faster than with the small home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technology park.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lessons Cameroon can learn from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Process raw materials locally and invest in education and infrastructure (also fight corruption).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Emergence.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Strategies for the Emergence of NICs. NICs developed through the following strategies. On this slide we have Strong and stable governments and Education and training.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Strategies for the Emergence of NICs. On this slide we have Export-led growth and Foreign investment.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strategies of NICs.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Lessons for Cameroon. Cameroon can learn the following lessons for its Vision 2035. On this slide we have Industrialisation and Human capital.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Lessons for Cameroon. On this slide we have Governance.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strategies of NICs.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strong government, education and export 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lesson for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process raw materials locally.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export; number 2, 2035; number 3, 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South Korea and Cameroon in 1960 and today using two indicators.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Economic Activities.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24: STRATEGIES FOR THE EMERGENCE OF THE NICS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Strategies for the Emergence of the 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Strategies for the Emergence of the 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NIC, emergence, export-led growth, enabling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Strategies (reasons) for the emergence of the 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NICs developed and draw lessons for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Global Solutions to Poverty and Underdevelopment):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one SDG and describe what your community does to achieve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SDG 4 (quality education) – the community builds classrooms and parents send girls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emergence.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strategies used by 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lessons for Cameroon's vision of emergence by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 Korea is an NIC.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NICs industrialised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wants to become emergent.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South Korea and Cameroon were both poor. Today South Korea exports cars and phones. Cameroon aims to become an emergent country by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how South Korea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South Korea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and phones.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Cameroon's aim?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become emergent by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Study hard and develop technical skills for the emergence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learn from successful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ingap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Singapore.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emergent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that moves quickly from poverty towards development through industry and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STRATEGIES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nic_strateg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Strategies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STRATEGIES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strategies used by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STRATEGIES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governments, education and training, and export-led industries (also foreign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EDUCATION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mputer_cla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Learners in a computer class.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EDUCATION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education important for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EDUCATION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gave a skilled workforce for modern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EXPORT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electronic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 in an electronics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EXPORT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NICs produce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EXPORT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earn foreign currency and grow faster than with the small home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LESSONS FOR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technology park.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LESSONS FOR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lessons Cameroon can learn from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LESSONS FOR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 raw materials locally and invest in education and infrastructure (also fight corruption).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24: Strategies for the Emergence of the NICs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rapid move of a country from poverty towards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Strategies for the Emergence of NICs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NICs developed through the following strategies: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and stable governments: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planned development and built roads, ports and energy.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training: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trained a skilled and disciplined workforce.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Strategies for the Emergence of NICs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Export-led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produced goods such as textiles, electronics and cars for export.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Foreign investment: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zones and low taxes attracted foreign companies.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Strategies for the Emergence of NICs</a:t>
            </a:r>
            <a:endParaRPr lang="en-US" sz="3600" dirty="0"/>
          </a:p>
        </p:txBody>
      </p:sp>
      <p:pic>
        <p:nvPicPr>
          <p:cNvPr id="4" name="Image 0" descr="/home/claude/f4/img/v2/nic_strateg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strategies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Lessons for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can learn the following lessons for its Vision 2035:</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 raw materials such as cocoa and cotton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Invest in technical education and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Lessons for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Fight corruption and keep peace to attract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strategies of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government, education and export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lesson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 raw materials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Growth based on selling goods abroad is ______-led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aims to be emergent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Singapore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South Korea and Cameroon in 1960 and today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L'émergence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Strategy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stratégie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compétence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Strategies for the Emergence of the 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emergence. Explain the strategies used by NICs. Draw lessons for Cameroon's vision of emergence by 2035.</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NICs developed and draw lessons for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Strategies for the Emergence of NICs; Lessons for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South Korea and Cameroon in 1960 and today using two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emergent countries.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strategies.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technical schools.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exports of NICs.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Vision 2035.</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“Singapore” by Christopher Chan, CC BY-NC-ND 2.0, via Flickr (https://www.flickr.com/photos/17751217@N00/8909326546)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Oneputa Combined School goes from Grade 1 through to Grade 10” by World Bank Photo Collection, CC BY-NC-ND 2.0, via Flickr (https://www.flickr.com/photos/10816734@N03/5321464442)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“electronics factory” by ILO in Asia and the Pacific, CC BY-NC-ND 2.0, via Flickr (https://www.flickr.com/photos/77173826@N08/8096445212)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2026-10-02T05:13:30Z</dcterms:created>
  <dcterms:modified xsi:type="dcterms:W3CDTF">2026-10-02T05:13:30Z</dcterms:modified>
</cp:coreProperties>
</file>