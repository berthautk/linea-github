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Strategies for the Emergence of the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nIC, emergence, export-led growth, enabling environment. At the end, you should be able to do this: learners are able to explain how NICs developed and draw lessons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Global Solutions to Poverty and Underdevelopment.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4 (quality education) – the community builds classrooms and parents send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emergence. Number 2: explain the strategies used by NICs. Number 3: draw lessons for Cameroon's vision of emergence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 Korea is an NIC. NICs industrialised quickly. Cameroon wants to become emergent.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and Cameroon were both poor. Today South Korea exports cars and phones. Cameroon aims to become an emergent country by 2035.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South Korea developed.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South Korea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aim?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become emergent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develop technical skills for the emergence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successful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emergent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moves quickly from poverty towards development through industry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governments, education and training, and export-led industries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learners in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education important for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gave a skilled workforce for modern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NICs produce for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earn foreign currency and grow faster than with the small home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lessons Cameroon can learn from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locally and invest in education and infrastructure (also fight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for the Emergence of NICs. NICs developed through the following strategies. On this slide we have Strong and stable governments and Education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for the Emergence of NICs. On this slide we have Export-led growth and Foreign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Lessons for Cameroon. Cameroon can learn the following lessons for its Vision 2035. On this slide we have Industrialisation and Human capital.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Lessons for Cameroon. On this slide we have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strategies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government, education and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lesson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process raw materials locally.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 number 2, 2035; number 3, 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STRATEGIES FOR THE EMERGENCE OF THE NICS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for the Emergence of the 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Strategies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NIC, emergence, export-led growth,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Strategies (reasons)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Global Solutions to Poverty and Underdevelopment):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4 (quality education) – the community builds classrooms and parents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emergence.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used by 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lessons for Cameroon's vision of emergence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Korea is an NIC.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become emergent.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and Cameroon were both poor. Today South Korea exports cars and phones. Cameroon aims to become an emergent country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South Korea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South Korea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aim?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become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develop technical skills for the emergence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successful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emergent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moves quickly from poverty towards development through industry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governments, education and training, and export-led industries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Learners in 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education important for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gave a skilled workforce for modern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produce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earn foreign currency and grow faster than with the small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lessons Cameroon can learn from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 and invest in education and infrastructure (also fight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rapid move of a country from poverty towards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and stable governments: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planned development and built roads, ports and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trained a skilled and disciplined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produced goods such as textiles, electronics and cars for export.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can learn the following lessons for its Vision 2035: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such as cocoa and cotton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 in technical education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 corruption and keep peace to attract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 education and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lesson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selling goods abroad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to be emergent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Singapore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compétence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Strategies for the Emergence of the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emergence. Explain the strategies used by NICs. Draw lessons for Cameroon's vision of emergence by 2035.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Strategies for the Emergence of NICs;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emergent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technical schools.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exports of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Vision 2035.</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2026-09-27T14:07:42Z</dcterms:created>
  <dcterms:modified xsi:type="dcterms:W3CDTF">2026-09-27T14:07:42Z</dcterms:modified>
</cp:coreProperties>
</file>