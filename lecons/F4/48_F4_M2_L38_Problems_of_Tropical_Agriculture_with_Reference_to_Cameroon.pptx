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Problems of Tropical Agriculture with Reference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physical problems, human problems, solutions. At the end, you should be able to do this: learners are able to explain the problems of agriculture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Food Loss and Food Waste. The question was: Observe food waste at home for three days and suggest how to reduce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leftover rice and rotten tomatoes were thrown away; solutions: cook smaller amounts, reheat leftovers, and dry or preserve tomatoes.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problems of tropical agriculture. Number 2: explain the human problems. Number 3: propose solutions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Rains are irregular in the north. Soils can be poor. Farmers lack money for inputs.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Maroua lost his crops to drought and locusts. He also cannot get a loan to buy fertiliser, and the road to the market is impassable in the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physical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 and locusts.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human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loan and a bad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farmers' cooperatives and good farming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farmers struggle and how to help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physical problems of tropical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or irregular rain, poor leached soils and pests (also floods,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solutions to physical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and fertilisers (also pest control,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and credit, bad roads and poor storage (also land disputes, low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farmer–herder conflicts affect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are destroyed and people are hurt or displaced.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human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Credit and cooperatives, better roads and storage, and training by extension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Problems and Solutions. Tropical agriculture faces the following physical problems and solutions.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and Solutions. On this slide we have Soils and Pests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Problems and Solutions. Tropical agriculture faces the following human problems and solutions. On this slide we have Capital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Problems and Solutions. On this slide we have Techniques and training and Conflicts and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 irrigation; poor soils –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problems and their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credit – cooperatives; bad roads – road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locusts; number 2, cooperative;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 farmer about his two main problems and propose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Forest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38: PROBLEMS OF TROPICAL AGRICULTURE WITH REFERENCE TO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Tropical Agriculture with Reference to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human problems,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Food Loss and Food Waste):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food waste at home for three days and suggest how to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leftover rice and rotten tomatoes were thrown away; solutions: cook smaller amounts, reheat leftovers, and dry or preserve tomatoes.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problems of tropical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problems.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to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can be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lack money for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Maroua lost his crops to drought and locusts. He also cannot get a loan to buy fertiliser, and the road to the market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locusts.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loan and a bad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farmers' cooperatives and good farming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farmers struggle and how to help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problems of tropical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or irregular rain, poor leached soils and pests (also floods,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physical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fertilisers (also pest control,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and credit, bad roads and poor storage (also land disputes, low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farmer–herder conflicts affect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are destroyed and people are hurt or displaced.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human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and cooperatives, better roads and storage, and training by extension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38: Problems of Tropical Agriculture with Reference to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physical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irregular rain and floods destroy crops, so irrigation and resistant seeds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Leached and eroded soils are poor, so fertilisers and soil conservation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Locusts, birds and diseases attack crops and animals, so pest control and vaccination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agriculture faces the following human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lack money and credit, so banks and cooperatives must give loans.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poor storage cause losses, so roads and granaries must be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Problems and Solutions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Techniques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and low training limit yields, so extension services must train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Conflicts and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land disputes must be solved by clear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 irrigation; poor soils –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credit – cooperatives; bad roads – road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Insects that destroy crops in swarms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Groups of farmers working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crops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Problem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problème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Credit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crédit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Extension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vulgarisateur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Problems of Tropical Agriculture with Reference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problems of tropical agriculture. Explain the human problems. Propose solutions to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agriculture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Problems and Solutions; Human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 farmer about his two main problems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