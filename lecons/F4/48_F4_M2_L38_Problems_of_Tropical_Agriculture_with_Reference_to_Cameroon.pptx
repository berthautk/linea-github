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38: Problems of Tropical Agriculture with Reference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Economic Development Potentials of Cameroon in the Primary Sector: Agriculture. The key notions we shall use today are: physical problems, human problems, solutions. At the end, you should be able to do this: learners are able to explain the problems of agriculture in Cameroon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37: Food Loss and Food Waste. The question was: Observe food waste at home for three days and suggest how to reduce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leftover rice and rotten tomatoes were thrown away; solutions: cook smaller amounts, reheat leftovers, and dry or preserve tomatoes.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physical problems of tropical agriculture. Number 2: explain the human problems. Number 3: propose solutions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Rains are irregular in the north. Soils can be poor. Farmers lack money for inputs.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farmer near Maroua lost his crops to drought and locusts. He also cannot get a loan to buy fertiliser, and the road to the market is impassable in the rainy season.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 faces many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physical problems.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Drought and locusts.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two human problems.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loan and a bad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farmers' cooperatives and good farming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farmers struggle and how to help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dry, cracked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physical problems of tropical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Drought or irregular rain, poor leached soils and pests (also floods,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irrigation canal.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solutions to physical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Irrigation and fertilisers (also pest control, soil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bad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human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and credit, bad roads and poor storage (also land disputes, low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cattle near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farmer–herder conflicts affect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Crops are destroyed and people are hurt or displaced.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farmer using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to human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Credit and cooperatives, better roads and storage, and training by extension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Problems and Solutions. Tropical agriculture faces the following physical problems and solutions.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Problems and Solutions. On this slide we have Soils and Pests and diseases.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Problems and Solutions. Tropical agriculture faces the following human problems and solutions. On this slide we have Capital and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Problems and Solutions. On this slide we have Techniques and training and Conflicts and 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physical problems and their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drought – irrigation; poor soils – fertilisers.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human problems and their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credit – cooperatives; bad roads – road building.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locusts; number 2, cooperative; number 3,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Interview a farmer about his two main problems and propose solutions.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39: Forest Resources and their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38: PROBLEMS OF TROPICAL AGRICULTURE WITH REFERENCE TO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Problems of Tropical Agriculture with Reference to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38: Problems of Tropical Agriculture with Reference to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problems, human problems,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problems and solutions; human problems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problems of agriculture in Cameroon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37: Food Loss and Food Waste):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food waste at home for three days and suggest how to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leftover rice and rotten tomatoes were thrown away; solutions: cook smaller amounts, reheat leftovers, and dry or preserve tomatoes.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physical problems of tropical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human problems.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 to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Rains are irregular in the north.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can be poor.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lack money for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farmer near Maroua lost his crops to drought and locusts. He also cannot get a loan to buy fertiliser, and the road to the market is impassable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faces many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locusts.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loan and a bad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farmers' cooperatives and good farming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farmers struggle and how to help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physical problems of tropical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or irregular rain, poor leached soils and pests (also floods,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irrig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irrigation canal.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physical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fertilisers (also pest control, soil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human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and credit, bad roads and poor storage (also land disputes, low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near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farmer–herder conflicts affect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are destroyed and people are hurt or displaced.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using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human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Credit and cooperatives, better roads and storage, and training by extension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Agriculture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38: Problems of Tropical Agriculture with Reference to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Problems and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Tropical agriculture faces the following physical problems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irregular rain and floods destroy crops, so irrigation and resistant seeds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Problems and Solutions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Leached and eroded soils are poor, so fertilisers and soil conservation are needed.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Pests and 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Locusts, birds and diseases attack crops and animals, so pest control and vaccination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Human Problems and Solutions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Tropical agriculture faces the following human problems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lack money and credit, so banks and cooperatives must give loans.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poor storage cause losses, so roads and granaries must be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Human Problems and Solutions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Techniques and training: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Simple tools and low training limit yields, so extension services must train farmers.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Conflicts and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Farmer–herder conflicts and land disputes must be solved by clear rules.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problems and their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 irrigation; poor soils –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problems and their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credit – cooperatives; bad roads – road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Insects that destroy crops in swarms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Groups of farmers working together form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Bringing water to crops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 farmer about his two main problems and 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Forest Resources and their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Problem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problème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ravageur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Credit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crédit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Extension worker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vulgarisateur agricole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38: Problems of Tropical Agriculture with Reference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physical problems of tropical agriculture. Explain the human problems. Propose solutions to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problems of agriculture in Cameroon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Physical Problems and Solutions; Human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Interview a farmer about his two main problems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“Irrigation Canals in Farah Province Afgahnistan” by USAID_IMAGES, CC BY-NC-ND 2.0, via Flickr (https://www.flickr.com/photos/46658241@N06/14784748647)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2026-09-28T21:15:08Z</dcterms:created>
  <dcterms:modified xsi:type="dcterms:W3CDTF">2026-09-28T21:15:08Z</dcterms:modified>
</cp:coreProperties>
</file>