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The Tropical Hot Desert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aridity, xerophytes, illuviation, desertification. At the end, you should be able to do this: learners are able to describe the hot desert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Tropical Monsoon Biome. The question was: Compare the monsoon of India with the rainy season of Garoua: give one similarity and one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Similarity: both have a wet season brought by a moist wind from the sea. Difference: the Indian monsoon brings much more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Deserts receive very little rain. The Sahara is north of Cameroon. Camels live in the desert.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Sahara is spreading south. In the Far North of Cameroon, some farms are covered by sand, and herders must travel farther to find grass and water.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desert is spreading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covers some farms?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spreading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save water to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desert and how to stop it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hot deserts and their continents.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Sahara (Africa), Arabian Desert (Asia), Great Australian Desert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temperatures at Aswan.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desert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than 250 mm of rain, very hot days and cold nights (aridity).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cactus.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desert plants (xerophytes) adapted?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store water, have small leaves or spines and long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camel adapted to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travel for days without water and walk on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Nomadic herding, oasis farming and oil mining (also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Hot deserts are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Hot deserts have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Nomadic herding, Oasis farming and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are xerophytes?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plants adapted to very dry conditions.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nomadic herding and oasis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aridity; number 2, desertification; number 3,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actions that can stop desertification in the Far North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Mediterranean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THE TROPICAL HOT DESERT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Hot Desert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The Tropical Hot Desert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xerophytes, illuviation,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hot desert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Tropical Monsoon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of India with the rainy season of Garoua: give one similarity and one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Similarity: both have a wet season brought by a moist wind from the sea. Difference: the Indian monsoon brings much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Camels live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is spreading south. In the Far North of Cameroon, some farms are covered by sand, and herders must travel farther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desert is spreading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some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spreading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save water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desert and how to stop it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hot deserts and their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Sahara (Africa), Arabian Desert (Asia), Great Australian Desert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Temperatures at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desert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than 250 mm of rain, very hot days and cold nights (aridity).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ct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cactus.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desert plants (xerophytes) adapted?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have small leaves or spines and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adapted to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travel for days without water and walk on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herding, oasis farming and oil mining (also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Tropical Hot Desert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are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near the tropics, such as the Sahara, the Kalahari, the Arabian and the Australian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arid, with less than 250 mm of rain, very hot days and cold nights.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xerophytes such as cacti and acacias grow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sandy or stony, poor in humus and often salty.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Camels, lizards, snakes and scorpions are adapted to dryness.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Nomadic herding: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Nomads move with camels, goats and sheep.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dates and vegetables with irrigation.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gas and uranium are extracted.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tree cutting make the desert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xerophytes?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adapted to very dry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herding and oasis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dry conditions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spreading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with water in the desert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actions that can stop desertification in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Mediterranean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The Tropical Hot Desert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hot desert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actions that can stop desertification in the Far North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desert plants.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desert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life in the Sahara.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“Crested Saguaro” by CEBImagery.com, CC BY-NC 2.0, via Flickr (https://www.flickr.com/photos/53098051@N02/5626437842)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2026-09-27T14:07:38Z</dcterms:created>
  <dcterms:modified xsi:type="dcterms:W3CDTF">2026-09-27T14:07:38Z</dcterms:modified>
</cp:coreProperties>
</file>