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10: The Tropical Hot Desert Biome.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Conservation of World's Biomes and Resources, and the sub-topic is Tropical Biomes and their Significance. The key notions we shall use today are: aridity, xerophytes, illuviation, desertification. At the end, you should be able to do this: learners are able to describe the hot desert biome and its human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9: The Tropical Monsoon Biome. The question was: Compare the monsoon of India with the rainy season of Garoua: give one similarity and one difference.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Similarity: both have a wet season brought by a moist wind from the sea. Difference: the Indian monsoon brings much more rain.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the hot desert biome. Number 2: describe its climate, vegetation, soils and animal life. Number 3: describe its human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Deserts receive very little rain. The Sahara is north of Cameroon. Camels live in the desert.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Sahara is spreading south. In the Far North of Cameroon, some farms are covered by sand, and herders must travel farther to find grass and water.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desert is spreading south.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covers some farms?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this spreading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Desertification.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and save water to fight desertification.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desert and how to stop it spreading.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hot deserts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three hot deserts and their continents.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Sahara (Africa), Arabian Desert (Asia), Great Australian Desert (Australia).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temperatures at Aswan.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the desert climate.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Less than 250 mm of rain, very hot days and cold nights (aridity).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cactus.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are desert plants (xerophytes) adapted?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store water, have small leaves or spines and long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camels.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the camel adapted to the desert?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can travel for days without water and walk on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an oasis.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three human activities in the desert.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Nomadic herding, oasis farming and oil mining (also 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Hot deserts are located as follows. On this slide we have Location.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hot deserts of the world.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Hot deserts have the following characteristics. On this slide we have Climate and Vegetation.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On this slide we have Soils and Animal life.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Human Activities. People carry out the following activities. On this slide we have Nomadic herding, Oasis farming and Mining.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Human Activities. On this slide we have Desertification.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are xerophytes?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plants adapted to very dry conditions.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human activities of the desert.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nomadic herding and oasis farming.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aridity; number 2, desertification; number 3, oasis.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three actions that can stop desertification in the Far North of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11: The Mediterranean Biome.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10: THE TROPICAL HOT DESERT BIOME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Tropical Hot Desert Biome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Conservation of World's Biomes and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Tropical Biomes and their Significance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10: The Tropical Hot Desert Biome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Aridity, xerophytes, illuviation, desertification.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characteristics (climate, vegetation, soils, animal life); human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hot desert biome and its human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9: The Tropical Monsoon Biome):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monsoon of India with the rainy season of Garoua: give one similarity and one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Similarity: both have a wet season brought by a moist wind from the sea. Difference: the Indian monsoon brings much more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hot desert biome.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climate, vegetation, soils and animal life.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human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Deserts receive very little rain.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Sahara is north of Cameroon.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Camels live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Sahara is spreading south. In the Far North of Cameroon, some farms are covered by sand, and herders must travel farther to find grass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desert is spreading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covers some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spreading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and save water to fight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desert and how to stop it spreading.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deserts_wor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Hot deserts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hot deserts and their continents.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Sahara (Africa), Arabian Desert (Asia), Great Australian Desert (Australia).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aswan_temp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Temperatures at Aswan.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desert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Less than 250 mm of rain, very hot days and cold nights (aridity).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actu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cactus.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desert plants (xerophytes) adapted?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store water, have small leaves or spines and long roots.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ANIMAL LIFE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amel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Camels.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ANIMAL LIFE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camel adapted to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ANIMAL LIFE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can travel for days without water and walk on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HUMAN ACTIVITIES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oasi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oasis.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HUMAN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human activities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HUMAN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Nomadic herding, oasis farming and oil mining (also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Conservation of World's Biomes and Resources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Tropical Biomes and their Significance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10: The Tropical Hot Desert Biome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Hot deserts are located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lie near the tropics, such as the Sahara, the Kalahari, the Arabian and the Australian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a:t>
            </a:r>
            <a:endParaRPr lang="en-US" sz="3600" dirty="0"/>
          </a:p>
        </p:txBody>
      </p:sp>
      <p:pic>
        <p:nvPicPr>
          <p:cNvPr id="4" name="Image 0" descr="/home/claude/f4/img/v2/deserts_wor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hot deserts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Hot deserts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arid, with less than 250 mm of rain, very hot days and cold nights.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Few xerophytes such as cacti and acacias grow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soils are sandy or stony, poor in humus and often salty.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Animal life: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Camels, lizards, snakes and scorpions are adapted to dryness.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Human Activities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carry out the following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Nomadic herding: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Nomads move with camels, goats and sheep.</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Oasis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dates and vegetables with irrigation.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gas and uranium are extracted.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Human Activities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Desertification: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Overgrazing and tree cutting make the desert spread.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xerophytes?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Plants adapted to very dry conditions.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human activities of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Nomadic herding and oasis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Very dry conditions are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spreading of the desert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green place with water in the desert is an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actions that can stop desertification in the Far North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The Mediterranean Biome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Camel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chameau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Cactus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cactus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Aridity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L'aridité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Conservation of World's Biomes and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10: The Tropical Hot Desert Biome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the hot desert biome. Describe its climate, vegetation, soils and animal life. Describe its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hot desert biome and its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Location; Characteristics;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three actions that can stop desertification in the Far North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data.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desert plants.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desert animals.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life in the Sahara.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“Crested Saguaro” by CEBImagery.com, CC BY-NC 2.0, via Flickr (https://www.flickr.com/photos/53098051@N02/5626437842)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“Merzouga desert, Morocco” by Mycroyance, CC BY-ND 2.0, via Flickr (https://www.flickr.com/photos/91155980@N07/13157027505)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“49 Palms Oasis; Twentynine Palms, CA” by Joshua Tree National Park, Public domain 1.0, via Flickr (https://www.flickr.com/photos/115357548@N08/12525367563)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2026-09-29T03:11:39Z</dcterms:created>
  <dcterms:modified xsi:type="dcterms:W3CDTF">2026-09-29T03:11:39Z</dcterms:modified>
</cp:coreProperties>
</file>