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green Revolution, high-yielding varieties, fertiliser, irrigation. At the end, you should be able to do this: learners are able to explain the Green Revolution and judge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Intensive and Extensive Agriculture. The question was: Name one type of intensive and one type of extensive farming practised in Cameroon and where.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Intensive: market gardening around Garoua and Yaoundé (or plantations near Limbe). Extensive: pastoral nomadism in the Far North (or shifting cultivation in the South).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Green Revolution and its aspects. Number 2: explain its significance. Number 3: explain its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grows quickly. Farmers need more food. Fertilisers increase yields.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1960s, India faced famine. Farmers began to use new rice and wheat seeds, fertilisers and irrigation. Within a few years, India produced enough food to feed its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India needed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farmers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 seeds, fertilisers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was the result?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production increased.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seeds carefully and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science increased food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 Revolution.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increase in food production since the 1960s thanks to new seeds, fertilisers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rice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aspects of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High-yielding seeds, fertilisers and pesticides, and irrigation (also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cereal yields.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positive effects.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Yields doubled or tripled and famine was reduced in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spraying chemicals.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weaknesses.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Costly inputs that poor farmers cannot buy and pollution by chemicals.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field trial of improved seeds.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the Green Revolution have less success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crops were not improved, irrigation is limited and inputs are costly.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Green Revolution.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Aspects. The Green Revolution has the following aspects. On this slide we have High-yielding varieties and Fertilisers and pesticides.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Aspects. On this slide we have Irrigation and machines.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Green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The Green Revolution has the following significance. On this slide we have Food production and Famine.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Weaknesses. The Green Revolution has the following weaknesses. On this slide we have Cost and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Weaknesses. On this slide we have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aspects of the Green Revolution.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new seeds, fertilisers and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are costly.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yielding; number 2, 1960s; number 3, pollute.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whether he uses improved seeds or fertilisers and what results he gets.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Impact of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THE GREEN REVOLUTION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Green Revolution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The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Green Revolution, high-yielding varieties, fertiliser, irrigation.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aspects; significance;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Green Revolution and judge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Intensive and Extensive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type of intensive and one type of extensive farming practised in Cameroon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market gardening around Garoua and Yaoundé (or plantations near Limbe). Extensive: pastoral nomadism in the Far North (or shifting cultivation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Green Revolution and its aspects.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significance.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grows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need more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Fertilisers increase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India faced famine. Farmers began to use new rice and wheat seeds, fertilisers and irrigation. Within a few years, India produced enough food to feed its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India needed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fertilisers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production increased.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seeds carefully and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science increased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increase in food production since the 1960s thanks to new seeds, fertilisers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aspects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High-yielding seeds, fertilisers and pesticides, and irrigation (also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Cereal yields.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doubled or tripled and famine was reduced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WEAKNESSES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chemicals.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Costly inputs that poor farmers cannot buy and pollution by chemicals.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field trial of improved seeds.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Green Revolution have less success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crops were not improved, irrigation is limited and inputs are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29: The Green Revolution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great increase in food production since the 1960s through science and new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Aspects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has the following aspects: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High-yielding varieties: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of rice, wheat and maize give much higher yields.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Fertilisers and pesticides: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feed the crops and kill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Aspects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and machines: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machines allow two or three harvests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Aspects</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has the following significance: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doubled or tripled in India, Mexico and the Philippines.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reduced hunger and famine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Weaknesses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has the following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costly, so rich farmers gain more than poor 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pollute soils and water, and irrigation overuses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Weaknesses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had limited success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aspects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fertilisers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seeds giving more food are high-______ varieties.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Green Revolution began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Chemicals can ______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whether he uses improved seeds or fertilisers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Impact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semence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The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Green Revolution and its aspects. Explain its significance. Explain its weaknesses.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Green Revolution and judge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Aspects; Significance; Weaknesses.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whether he uses improved seeds or fertilisers and what results he gets.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the name.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chemicals.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IRAD seeds.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2026-09-28T21:15:06Z</dcterms:created>
  <dcterms:modified xsi:type="dcterms:W3CDTF">2026-09-28T21:15:06Z</dcterms:modified>
</cp:coreProperties>
</file>