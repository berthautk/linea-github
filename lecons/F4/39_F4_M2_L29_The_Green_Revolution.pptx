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29: The Green Revolution.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II: Development and the Management of Primary Resources.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Managing Resources for Development through Economic Activities, and the sub-topic is Agriculture as an Economic Activity of the Primary Sector. The key notions we shall use today are: green Revolution, high-yielding varieties, fertiliser, irrigation. At the end, you should be able to do this: learners are able to explain the Green Revolution and judge its effects.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28: Intensive and Extensive Agriculture. The question was: Name one type of intensive and one type of extensive farming practised in Cameroon and where.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Intensive: market gardening around Garoua and Yaoundé (or plantations near Limbe). Extensive: pastoral nomadism in the Far North (or shifting cultivation in the South).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the Green Revolution and its aspects. Number 2: explain its significance. Number 3: explain its weaknesses.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Population grows quickly. Farmers need more food. Fertilisers increase yields.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1960s, India faced famine. Farmers began to use new rice and wheat seeds, fertilisers and irrigation. Within a few years, India produced enough food to feed its people.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India needed more food.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did farmers use?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New seeds, fertilisers and irrigation.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was the result?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Food production increased.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improved seeds carefully and protect the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science increased food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Green Revolution.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the Green Revolution?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great increase in food production since the 1960s thanks to new seeds, fertilisers and irrigation.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rice harvest.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three aspects of the Green Revolution.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High-yielding seeds, fertilisers and pesticides, and irrigation (also machines).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cereal yields.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positive effects.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Yields doubled or tripled and famine was reduced in Asia.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spraying chemicals.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weaknesses.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Costly inputs that poor farmers cannot buy and pollution by chemicals.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field trial of improved seeds.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did the Green Revolution have less success in Africa?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Many crops were not improved, irrigation is limited and inputs are costly.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Green Revolution.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Aspects. The Green Revolution has the following aspects. On this slide we have High-yielding varieties and Fertilisers and pesticides.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Aspects. On this slide we have Irrigation and machines.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Green Revolution.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Significance. The Green Revolution has the following significance. On this slide we have Food production and Famine.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Weaknesses. The Green Revolution has the following weaknesses. On this slide we have Cost and Environment.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Weaknesses. On this slide we have Africa.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three aspects of the Green Revolution.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new seeds, fertilisers and irrigation.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weakness.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inputs are costly.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yielding; number 2, 1960s; number 3, pollute.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Ask a farmer whether he uses improved seeds or fertilisers and what results he gets.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30: The Impact of Agriculture.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29: THE GREEN REVOLUTION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29</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Green Revolution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 Development and the Management of Primary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Agriculture as an Economic Activity of the Primary Sector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29: The Green Revolution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Green Revolution, high-yielding varieties, fertiliser, irrigation.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and aspects; significance; weaknesses.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Green Revolution and judge its effects.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28: Intensive and Extensive Agriculture):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type of intensive and one type of extensive farming practised in Cameroon and where.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Intensive: market gardening around Garoua and Yaoundé (or plantations near Limbe). Extensive: pastoral nomadism in the Far North (or shifting cultivation in the South).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the Green Revolution and its aspects.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its significance.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its weaknesses.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Population grows quickly.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Farmers need more food.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Fertilisers increase yields.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1960s, India faced famine. Farmers began to use new rice and wheat seeds, fertilisers and irrigation. Within a few years, India produced enough food to feed its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India needed more food.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did farmers 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New seeds, fertilisers and irrigation.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was the result?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Food production increased.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improved seeds carefully and protect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science increased food production.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green_rev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Green Revolution.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Green Revolution?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great increase in food production since the 1960s thanks to new seeds, fertilisers and irrigation.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ASPECTS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ricefiel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Rice harvest.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ASPECTS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aspects of the Green Revolution.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ASPECTS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High-yielding seeds, fertilisers and pesticides, and irrigation (also machines).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SIGNIFICANCE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cereal_yield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Cereal yields.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SIGNIFICANCE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positive effects.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SIGNIFICANCE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Yields doubled or tripled and famine was reduced in Asia.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WEAKNESSES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sprayin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Spraying chemicals.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WEAKNESSES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weaknesses.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WEAKNESSES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Costly inputs that poor farmers cannot buy and pollution by chemicals.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AFRICA</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field_trial.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field trial of improved seeds.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AFRICA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did the Green Revolution have less success in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AFRICA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crops were not improved, irrigation is limited and inputs are costly.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Managing Resources for Development through Economic Activities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Agriculture as an Economic Activity of the Primary Sector</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29: The Green Revolution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Green Revolution: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great increase in food production since the 1960s through science and new inputs.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Aspects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Green Revolution has the following aspects: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High-yielding varieties: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New seeds of rice, wheat and maize give much higher yields.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Fertilisers and pesticides: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Chemicals feed the crops and kill pests.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Aspects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Irrigation and machines: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and machines allow two or three harvests a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Aspects</a:t>
            </a:r>
            <a:endParaRPr lang="en-US" sz="3600" dirty="0"/>
          </a:p>
        </p:txBody>
      </p:sp>
      <p:pic>
        <p:nvPicPr>
          <p:cNvPr id="4" name="Image 0" descr="/home/claude/f4/img/v2/green_rev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Green Revolution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Significance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Green Revolution has the following significance: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Food production: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Yields doubled or tripled in India, Mexico and the Philippines.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Famine: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reduced hunger and famine in Asia.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Weaknesses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Green Revolution has the following weaknesses: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Inputs are costly, so rich farmers gain more than poor ones.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Environment: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Chemicals pollute soils and water, and irrigation overuses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Weaknesses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Africa: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had limited success in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aspects of the Green Revolution.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New seeds, fertilisers and irrigation.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weakness.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Inputs are costly.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New seeds giving more food are high-______ varieties.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Green Revolution began in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Chemicals can ______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a farmer whether he uses improved seeds or fertilisers and what results he gets.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30: The Impact of Agriculture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Yield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rendement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Seed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semence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Fertiliser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L'engrais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Pesticide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pesticide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Irrigation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L'irrigation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Famine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famine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29: The Green Revolution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the Green Revolution and its aspects. Explain its significance. Explain its weaknesses.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Green Revolution and judge its effects.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Aspects; Significance; Weaknesses.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Ask a farmer whether he uses improved seeds or fertilisers and what results he gets.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explain the name.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inputs.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read the graph.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chemicals.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IRAD seeds.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4, Module II: Development and the Management of Primary Resources.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“A woman harvesting rice, Barotse floodplain, Zambia. Photo by Georgina” by WorldFish, CC BY-NC-ND 2.0, via Flickr (https://www.flickr.com/photos/61545321@N06/7848727138)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“k4817-4” by USDAgov, CC BY 2.0, via Flickr (https://www.flickr.com/photos/41284017@N08/8497812386)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“CIMMYT international wheat nurseries growing in Ecuador” by CIMMYT, CC BY-NC-SA 2.0, via Flickr (https://www.flickr.com/photos/44760652@N05/5958068839)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2026-09-29T03:11:47Z</dcterms:created>
  <dcterms:modified xsi:type="dcterms:W3CDTF">2026-09-29T03:11:47Z</dcterms:modified>
</cp:coreProperties>
</file>