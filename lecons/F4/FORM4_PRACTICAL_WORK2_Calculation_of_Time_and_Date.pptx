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Calculation of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longitude difference, time difference, GMT, International Date Line. At the end, you should be able to do this: learners are able to calculate the time and the date in another place, for example to follow a match or to call a relative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Local Time, Standard Time and Time Zones. The question was: Find the time in Garoua when it is 12 noon in London in winter (GMT). Then try: what time is it in a town at 45° E when it is 12 noon at 0°?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When it is 12 noon GMT, Garoua (GMT + 1) is at 13:00. A town at 45° E: 45 × 4 min = 180 min = 3 h ahead, so it is 15:00.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three rules for time calculations. Number 2: calculate local time from a difference of longitude, and longitude from local time. Number 3: calculate standard time with time zones. Number 4: find the correct date after crossing midnight or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turns 15° in 1 hour, and 1° in 4 minutes. Cameroon uses West Africa Time: GMT + 1. Crossing the IDL going west, we add one day; going east, we remove one day.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World Cup match in Los Angeles starts at 5 p.m. on Sunday, local time (GMT − 7). Moussa and his friends in Garoua want to watch it live. They must calculate the time in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must find the time of the match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time difference between Los Angeles and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8 hours (from GMT − 7 to GMT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At what time will they watch?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1 a.m.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rules step by step when calculating time and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the time and the date in other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rules of time.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Going east, do we add or remove time? And going 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we add. West: we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It is 12:00 in Garoua (13° E). What time is it at 43° 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14:00. The difference is 30°, which is 2 hours, and we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It is 10:00 on Sunday west of the Date Line. What day is it just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Saturday, 10:00: we remove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Difference of longitude and Date.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Rules. Time and date are calculated with the following rules. On this slide we have Rule 1 and Rule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Rules. On this slide we have Rule 3 and Rule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Worked Example. The time at 43° E when it is 12:00 in Garoua (13° E) is found as follows. On this slide we have Difference and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 On this slide we have Answer.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calculating sun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It is 10:00 at Garoua (13° E). What is the local time at 17° 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08:00 (30° = 2 hours, we remove).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It is 22:00 on Friday in Garoua (GMT + 1). What time is it in Tokyo (GMT + 9)?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06:00 on Saturday.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4; number 2, remove; number 3,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sunrise and the sunset one day this week and write down the times. Write a sentence to explain why the Sun rises in the east.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The Rotation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CALCULATION OF TIME AND DATE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Calculation of Time and Date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Calculation of Time and Date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Longitude difference, time difference, GMT,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Sun time: calculating local time from longitude and longitude from local time; calculating standard time with time zones; calculating the date when crossing midnight or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Local Time, Standard Time and Time Zones):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time in Garoua when it is 12 noon in London in winter (GMT). Then try: what time is it in a town at 45° E when it is 12 noon at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it is 12 noon GMT, Garoua (GMT + 1) is at 13:00. A town at 45° E: 45 × 4 min = 180 min = 3 h ahead, so it is 15:00.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three rules for time calculations.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local time from a difference of longitude, and longitude from local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standard time with time zones.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correct date after crossing midnight or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turns 15° in 1 hour, and 1° in 4 minutes.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West Africa Time: GMT + 1.</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Crossing the IDL going west, we add one day; going east,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World Cup match in Los Angeles starts at 5 p.m. on Sunday, local time (GMT − 7). Moussa and his friends in Garoua want to watch it live. They must calculate the time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must find the time of the match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time difference between Los Angeles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 hours (from GMT − 7 to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time will they watch?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1 a.m.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rules step by step when calculating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the time and the date in other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ime_li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rules of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Going east, do we add or remove time? And going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RULES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we add. West: we remove.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12:00 in Garoua (13° E). What time is it at 43°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SUN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14:00. The difference is 30°, which is 2 hours, and we add.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on Sunday west of the Date Line. What day is it just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CALCULATING THE DATE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Saturday, 10:00: we remove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Calculation of Time and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of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degrees between two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the month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Rules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Time and date are calculated with the following rules: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difference of longitude and multiply it by 4 minutes.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the time difference for a place to the east and remove it for a place to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Rules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time passes midnight, the date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Rule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cross the International Date Line, the day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time at 43° E when it is 12:00 in Garoua (13° E) is found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difference of longitude is 43° − 13° = 30°.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time difference is 30 × 4 minutes = 120 minutes, which is 2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Answer: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place is to the east, so the time is 12:00 + 2 hours = 14:00.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a:t>
            </a:r>
            <a:endParaRPr lang="en-US" sz="3600" dirty="0"/>
          </a:p>
        </p:txBody>
      </p:sp>
      <p:pic>
        <p:nvPicPr>
          <p:cNvPr id="4" name="Image 0" descr="/home/claude/f4/img/v2/tim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calculating sun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10:00 at Garoua (13° E). What is the local time at 17°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08:00 (30° = 2 hours, we remove).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22:00 on Friday in Garoua (GMT + 1). What time is it in Tokyo (GMT + 9)?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06:00 on Saturday.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1° of longitude = ______ minutes.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Going west, we ______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the time passes midnight, the ______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sunrise and the sunset one day this week and write down the times. Write a sentence to explain why the Sun rises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add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Ajouter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subtract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Soustraire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Difference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différence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Calculation of Time and Date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three rules for time calculations. Calculate local time from a difference of longitude, and longitude from local time. Calculate standard time with time zones. Find the correct date after crossing midnight or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time and the date in another place, for example to follow a match or to call a relative abroad.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Rules; Worked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sunrise and the sunset one day this week and write down the times. Write a sentence to explain why the Sun rises in the east.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EAST = + and WEST = −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Date Line with the two days.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