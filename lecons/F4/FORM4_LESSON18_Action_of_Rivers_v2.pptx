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start a new sub-topic: the work of rivers. Lesson 18 is about the action of rivers on the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observations of the Benue or a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curve going down from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four words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shake soil in a bottle of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source 2. load 3. abrasion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of Rivers on the Landscape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The Work of Rivers on the Landscape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 of Rivers on the Landscape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18: Action of Rivers on the Landscape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water, long profile of a river.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long profile of a river: definition and illustration; mechanisms of river erosion.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how a river such as the Benue changes from its source to its mouth, and to explain how running water wears away its bed and banks.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long profile of a river.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describe the long profile with its three courses.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four mechanisms of river erosion.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water is the most important agent of denudation.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is the wearing away of rocks by a moving agent.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prepares the material that rivers carry.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Benue begins on the Adamawa Plateau and flows into Nigeria. In Garoua, it is wide and slow and carries a lot of brown mud in the rainy season.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want to understand how the river changes from its start to its end.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Benue begin?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Adamawa Plateau.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it carry?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Mud and sand.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work of rivers.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LONG PROFILE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ong_profi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long profile of a river.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LONG PROFILE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river steep? Where is it almost flat?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LONG PROFILE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 near the source; almost flat near the mouth.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river_eros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ways a river erodes.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ways a river wears away its bed and banks.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Hydraulic action, abrasion, attrition and solution.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muddy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muddy river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the brown colour show?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TRANSPORT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river carries a lot of mud (its load).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of Rivers on the Landscape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Work of Rivers on the Landscape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18: Action of Rivers on the Landscape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place where a river begins.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place where a river ends.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profile: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slope of a river from source to mouth.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material carried by a river.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Three Courses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Upper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Steep; the river cuts down.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Middle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Gentle; the river cuts sideways.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Lower course: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Flat; the river drops its load.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Three Courses (2/2)</a:t>
            </a:r>
            <a:endParaRPr lang="en-US" sz="3600" dirty="0"/>
          </a:p>
        </p:txBody>
      </p:sp>
      <p:pic>
        <p:nvPicPr>
          <p:cNvPr id="13" name="Image 0" descr="/home/claude/f4/img/v2/long_profi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long profile.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River Erosion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Hydraulic action: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force of water breaks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Abrasion: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scrape the bed.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Attrition: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hit each other.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Solution: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dissolves rocks.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courses of a river.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Upper, middle and lower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attrition?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hit each other and become smaller.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place where a river begins is its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material carried by a river is its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Stones scraping the river bed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a photo or a video of the Vina Falls or the Tello Falls near Ngaoundéré, or of the Kola Gorges near Guider. Describe the river and its valley in three sentences.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19: The Upper Course of a River.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rivière / le fleuve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L'embouchure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pente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profile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profil en long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berge / la rive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18: Action of Rivers on the Landscape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long profile of a river. Draw and describe the long profile with its three courses. Explain the four mechanisms of river erosion.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how a river such as the Benue changes from its source to its mouth, and to explain how running water wears away its bed and banks.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Source, Mouth, Long profile, Load; II. The Three Courses: Upper course, Middle course, Lower course; III. River Erosion: Hydraulic action, Abrasion, Attrition, Solution.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photo or a video of the Vina Falls or the Tello Falls near Ngaoundéré, or of the Kola Gorges near Guider. Describe the river and its valley in three sentences.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“Parana River Floodplain, Northern Argentina (NASA, International Space” by NASA's Marshall Space Flight Center, CC BY-NC 2.0, via nasa (https://www.flickr.com/photos/28634332@N05/5684050889)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2026-09-27T04:25:17Z</dcterms:created>
  <dcterms:modified xsi:type="dcterms:W3CDTF">2026-09-27T04:25:17Z</dcterms:modified>
</cp:coreProperties>
</file>