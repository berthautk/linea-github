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18: Action of Rivers on the Landscape.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The Work of Rivers on the Landscape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The Work of Rivers on the Landscape and Impacts on Man. The key notions we shall use today are: running water, long profile of a river. At the end, you should be able to do this: learners are able to describe how a river such as the Benue changes from its source to its mouth, and to explain how running water wears away its bed and banks.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2: The Impact of Weathering on the Environment. The question was: Watch the Benue or a stream near your home. Write how fast the water flows, what it carries, and whether it is wide or narrow.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the Benue flows slowly and is wide in the dry season; in the rainy season it flows fast, is brown with mud and carries branches and sand.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long profile of a river. Number 2: draw and describe the long profile with its three courses. Number 3: explain the four mechanisms of river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Running water is the most important agent of denudation. Erosion is the wearing away of rocks by a moving agent. Weathering prepares the material that rivers carry.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Benue begins on the Adamawa Plateau and flows into Nigeria. In Garoua, it is wide and slow and carries a lot of brown mud in the rainy season.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understand how the river changes from its start to its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does the Benue begin?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On the Adamawa Plateau.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does it carry?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Mud and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river banks from erosion by planting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work of 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long profile of a river.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is the river steep? Where is it almost flat?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Steep near the source; almost flat near the mouth.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four ways a river erodes.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the four ways a river wears away its bed and banks.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Hydraulic action, abrasion, attrition and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muddy river seen from space.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does the brown colour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river carries a lot of mud (its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Source and Mouth.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Load.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Long Profile of a River. The long profile is explained as follows. On this slide we have Long profile and Upper course.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Long Profile of a River. On this slide we have Middle course and Lower course.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long profile of a river.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Mechanisms of River Erosion. Rivers erode through the following processes. On this slide we have Hydraulic action and Abrasion.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Mechanisms of River Erosion. On this slide we have Attrition and Solution.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three courses of a river.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upper, middle and lower course.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attrition?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stones hit each other and become smaller.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source; number 2, load; number 3, abrasion.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a photo or a video of the Vina Falls or the Tello Falls near Ngaoundéré, or of the Kola Gorges near Guider. Describe the river and its valley in three sentences.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19: The Upper Course of a River.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18: ACTION OF RIVERS ON THE LANDSCAPE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Action of Rivers on the Landscape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The Work of Rivers on the Landscape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Work of Rivers on the Landscape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18: Action of Rivers on the Landscape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Running water, long profile of a river.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long profile of a river: definition and illustration; mechanisms of river erosion.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how a river such as the Benue changes from its source to its mouth, and to explain how running water wears away its bed and banks.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2: The Impact of Weathering on the Environment):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the Benue or a stream near your home. Write how fast the water flows, what it carries, and whether it is wide or narrow.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the Benue flows slowly and is wide in the dry season; in the rainy season it flows fast, is brown with mud and carries branches and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long profile of a river.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and describe the long profile with its three courses.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four mechanisms of river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Running water is the most important agent of denudation.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Erosion is the wearing away of rocks by a moving agent.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Weathering prepares the material that rivers carry.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Benue begins on the Adamawa Plateau and flows into Nigeria. In Garoua, it is wide and slow and carries a lot of brown mud in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understand how the river changes from its start to its end.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Benue begin?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Adamawa Plateau.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it carry?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Mud and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river banks from erosion by planting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work of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LONG PROFILE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ong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long profile of a river.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LONG PROFILE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river steep? Where is it almost flat?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LONG PROFILE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Steep near the source; almost flat near the mouth.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RIVER EROSION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river_eros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ways a river erodes.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RIVER EROSION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ways a river wears away its bed and banks.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RIVER EROSION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Hydraulic action, abrasion, attrition and solution.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RIVER EROSION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muddyriv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muddy river seen from space.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RIVER EROSION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brown colour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RIVER EROSION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carries a lot of mud (its load).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Work of Rivers on the Landscape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Action of Rivers on the Landscape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Source: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place where a river begins.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Mouth: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place where a river ends in a sea, a lake or another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Load: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material carried by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Long Profile of a River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long profile is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Long profile: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slope of a river from its source to its mouth.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Upper course: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slope is steep and the river cuts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Long Profile of a River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Middle course: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slope is gentle and the river cuts sideways.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Lower course: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is almost flat and the river drops its load.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Long Profile of a River</a:t>
            </a:r>
            <a:endParaRPr lang="en-US" sz="3600" dirty="0"/>
          </a:p>
        </p:txBody>
      </p:sp>
      <p:pic>
        <p:nvPicPr>
          <p:cNvPr id="4" name="Image 0" descr="/home/claude/f4/img/v2/long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long profile of a river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Mechanisms of River Erosion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Rivers erode through the following processes: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Hydraulic action: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force of the moving water breaks and removes rock.</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Abrasion: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Stones carried by the river scrape the bed and the banks.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Mechanisms of River Erosion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Attrition: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Stones hit each other and become smaller and rounder.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water dissolves some rocks, such as limestone.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courses of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Upper, middle and lower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attrition?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Stones hit each other and become smaller.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place where a river begins is its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material carried by a river is its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Stones scraping the river bed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a photo or a video of the Vina Falls or the Tello Falls near Ngaoundéré, or of the Kola Gorges near Guider. Describe the river and its valley in three sentences.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19: The Upper Course of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River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rivière / le fleuve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Mouth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L'embouchure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Gradient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Long profile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profil en long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Bank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berge / la rive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charge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18: Action of Rivers on the Landscape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long profile of a river. Draw and describe the long profile with its three courses. Explain the four mechanisms of river erosion.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how a river such as the Benue changes from its source to its mouth, and to explain how running water wears away its bed and banks.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Long Profile of a River; Mechanisms of River Erosion.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a photo or a video of the Vina Falls or the Tello Falls near Ngaoundéré, or of the Kola Gorges near Guider. Describe the river and its valley in three sentences.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curve going down from left to right.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the four words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shake soil in a bottle of water.</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“Parana River Floodplain, Northern Argentina (NASA, International Space” by NASA's Marshall Space Flight Center, CC BY-NC 2.0, via nasa (https://www.flickr.com/photos/28634332@N05/5684050889)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2026-09-27T10:32:01Z</dcterms:created>
  <dcterms:modified xsi:type="dcterms:W3CDTF">2026-09-27T10:32:01Z</dcterms:modified>
</cp:coreProperties>
</file>