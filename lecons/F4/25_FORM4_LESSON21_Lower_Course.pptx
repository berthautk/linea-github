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21: The Lower Course of a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The Work of Rivers on the Landscape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The Work of Rivers on the Landscape and Impacts on Man. The key notions we shall use today are: levees, ox-bow lakes, deltas, braided channels. At the end, you should be able to do this: learners are able to recognise the landforms made by river deposition and to explain why they are good for farming but exposed to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20: The Middle Course of a River. The question was: Look at a map of the Niger Delta or the Nile Delta in your atlas. Draw its shape and name the sea it reaches.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delta is shaped like a triangle or a fan of land with many channels. The Niger Delta reaches the Gulf of Guinea (Atlantic Ocean); the Nile Delta reaches the Mediterranean Sea.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characteristics and processes of the lower course. Number 2: explain the formation of floodplains, levees, ox-bow lakes, deltas and braided channels. Number 3: give examples of these landforms.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 the middle course, meanders form by erosion and deposition. The river carries fine mud in suspension. Deposition happens where the water is slow.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dry season, Oumar sees many sandbanks in the Benue at Garoua. The water splits into small channels. He wonders where all this sand comes from.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Oumar does not know where the sandbanks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river do with its sand?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dropped it (deposition).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the river drop its load?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water is slow and there is less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farm floodplains wisely and prepare for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of the lower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flat land beside a river, covered by flood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This flat land is covered by the river in floods.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floodplain.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an ox-bow lake forms.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an ox-bow lake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cuts through the neck of a meander and leaves the old bend.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Nile Delta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river drops its load at the sea. What landform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the Lower Course. The lower course has the following characteristics. On this slide we have Slope, Water and Main process.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Landforms of the Lower Course. The lower course has the following landforms. On this slide we have Floodplain and levees and Ox-bow lake.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Landforms of the Lower Course. On this slide we have Delta and Braided channels.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formation of an ox-bow lake.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main work of the river in its lower course?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deposition.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example of a delta.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Nile Delta (or the Niger Delta).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floodplain; number 2, ox-bow; number 3, delta.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two people who live or farm near the Benue: what are the advantages of the river, and what problems do the floods cause? Write their answers.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22: Man and Floodplain Interactions.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21: THE LOWER COURSE OF A RIVER</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Lower Course of a River</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The Work of Rivers on the Landscape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Work of Rivers on the Landscape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21: The Lower Course of a River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Levees, ox-bow lakes, deltas, braided channels.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Main characteristics and processes of the lower course; landforms of the lower course.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landforms made by river deposition and to explain why they are good for farming but exposed to floods.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20: The Middle Course of a River):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the Niger Delta or the Nile Delta in your atlas. Draw its shape and name the sea it reaches.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delta is shaped like a triangle or a fan of land with many channels. The Niger Delta reaches the Gulf of Guinea (Atlantic Ocean); the Nile Delta reaches the Mediterranean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characteristics and processes of the lower course.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floodplains, levees, ox-bow lakes, deltas and braided channels.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these landforms.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 the middle course, meanders form by erosion and deposition.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river carries fine mud in suspension.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Deposition happens where the water is slow.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 Oumar sees many sandbanks in the Benue at Garoua. The water splits into small channels. He wonders where all this sand comes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 does not know where the sandbanks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river do with its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dropped it (deposition).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river drop its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is slow and there is less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 floodplains wisely and prepare for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of the lower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FLOODPLAIN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floodpl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Flat land beside a river, covered by flood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FLOODPLAIN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flat land is covered by the river in floods.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FLOODPLAIN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floodplain.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OX-BOW LAKE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oxbow.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an ox-bow lake forms.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OX-BOW LAKE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an ox-bow lake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OX-BOW LAKE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cuts through the neck of a meander and leaves the old bend.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DELTA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delt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Nile Delta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DELTA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drops its load at the sea. What landform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DELTA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delta.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Work of Rivers on the Landscape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The Lower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the Lower Course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lower course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is almost flat.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is wide, deep and slow.</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process: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drops much of its load by 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Lower Course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lower course has the following landforms: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Floodplain and levees: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when the river drops mud on the flat land and on its banks during floods.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Ox-bow lake: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old meander cut off from the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Lower Course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Delta: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land built by a river at its mouth, like the deltas of the Nile and the Niger.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Braided channels: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when sandbanks split the river into many channels.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Lower Course</a:t>
            </a:r>
            <a:endParaRPr lang="en-US" sz="3600" dirty="0"/>
          </a:p>
        </p:txBody>
      </p:sp>
      <p:pic>
        <p:nvPicPr>
          <p:cNvPr id="4" name="Image 0" descr="/home/claude/f4/img/v2/oxbow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formation of an ox-bow lake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main work of the river in its lower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a delta.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Nile Delta (or the Niger Delta).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Flat land covered by floods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old meander cut off is an ______ lake.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Land made by a river at its mouth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two people who live or farm near the Benue: what are the advantages of the river, and what problems do the floods cause? Write their answers.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Man and Floodplain Interactions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Floodplain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plaine d'inondation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Levee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levée / le bourrelet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Ox-bow lake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bras mort / lac en croissant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Delta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delta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Distributary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défluent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Alluvium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L'alluvion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Braided channel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chenal en tresses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L'inondation / la crue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21: The Lower Course of a River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characteristics and processes of the lower course. Explain the formation of floodplains, levees, ox-bow lakes, deltas and braided channels. Give examples of these landforms.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landforms made by river deposition and to explain why they are good for farming but exposed to floods.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Characteristics of the Lower Course; Landforms of the Lower Course.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two people who live or farm near the Benue: what are the advantages of the river, and what problems do the floods cause? Write their answers.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flat land along the Benue.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three steps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triangle at the mouth of a river.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“20130501-NRCS-LSC-0605” by USDAgov, Public domain 1.0, via Flickr (https://www.flickr.com/photos/41284017@N08/8725089904)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“Egypt” by NASA Goddard Photo and Video, CC BY 2.0, via nasa (https://www.flickr.com/photos/24662369@N07/5635018418)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2026-09-27T10:32:02Z</dcterms:created>
  <dcterms:modified xsi:type="dcterms:W3CDTF">2026-09-27T10:32:02Z</dcterms:modified>
</cp:coreProperties>
</file>