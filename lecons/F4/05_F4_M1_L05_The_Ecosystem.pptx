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The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ecosystem, biotic components, abiotic components, equilibrium. At the end, you should be able to do this: learners are able to identify the components of an ecosystem and explain its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Soil Conservation. The question was: Propose three ways to protect the soil of your school compound.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grass and trees on bare areas, build stone lines on slopes, and make paths so that people do not trample the soil everywhere.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ecosystem. Number 2: identify its biotic and abiotic components. Number 3: explain the notion of equilibrium.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and animals depend on each other. Plants need sunlight, water and soil.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pond near Garoua, there are water lilies, fish, frogs, insects, mud and water. When people used chemicals on the farms nearby, many fish died and the frogs disappeared.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Chemicals upset the balance of the 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in the pond.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and frogs (also lilies, insects).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and mud.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actions that upset the balance of nature, such as pollution and over-hunting.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and their surroundings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pond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community of living things interacting with their non-living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biotic and abiotic components.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biotic and abiotic components.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Biotic: living things (plants, animals). Abiotic: non-living things (sun, water, soil,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mushroom (fungus).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role of decomposers such as fungi?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return nutrients to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savanna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examples of ecosystems of different sizes.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pond (small) and the savanna or the forest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balance of an ecosystem.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when one part of an ecosystem is destroyed?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balance (equilibrium) is broken and other parts suffer.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Ecosystem.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Ecosystems. An ecosystem has the following components. On this slide we have Abiotic components and Producers.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Components of Ecosystems. On this slide we have Consumers and Decomposers.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Equilibrium. Ecosystems have the following characteristics. On this slide we have Size and Interdependence.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Equilibrium. On this slide we have Equilibrium.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interacting with their environment.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abiotic components.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and sunlight.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biotic; number 2, producers; number 3, decomposers.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an ecosystem near your home and list three biotic and three abiotic components.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The Functioning of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THE ECOSYSTEM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Ecosystem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Ecosystem, biotic components, abiotic components,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components of ecosystems; characteristics with notion of equilibrium.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Soil Conservation):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ways to protect the soil of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grass and trees on bare areas, build stone lines on slopes, and make paths so that people do not trample the soil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its biotic and abiotic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notion of equilibrium.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depend on each other.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and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pond near Garoua, there are water lilies, fish, frogs, insects, mud and water. When people used chemicals on the farms nearby, many fish died and the frogs disappeared.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upset the balance of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in the pond.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and frogs (also lilies, insects).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mud.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actions that upset the balance of nature, such as pollution and over-hunting.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and their surroundings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pond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Biotic and abiotic components.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biotic and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Biotic: living things (plants, animals). Abiotic: non-living things (sun, water, soil,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decomposers such as fungi?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ecosystems of different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pond (small) and the savanna or the forest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quilibriu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balance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one part of an ecosystem is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EQUILIBRIUM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(equilibrium) is broken and other parts suffer.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community of living things interacting with their non-living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ecosystem has the following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Abiotic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non-living things such as sunlight, water, air, soil and temperature.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green plants that make food from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Consumers: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animals that eat plants or other animals.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Decomposers: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fungi and bacteria that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Ecosystems</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components of an ecosystem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Ecosystems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Ecosystems can be small, like a pond, or large, like a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components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Equilibrium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Equilibrium: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healthy ecosystem is in balance, but pollution or over-hunting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interacting with their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and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Living components are ______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Green plants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Vivant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Balance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L'équilibre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Producer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producteur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Consumer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consommateur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The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ecosystem. Identify its biotic and abiotic components. Explain the notion of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an ecosystem and explain its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Ecosystems; Characteristics and Equilibrium.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an ecosystem near your home and list three biotic and three abiotic components.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pond.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ecosystems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pond in the situation.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2026-09-29T03:11:36Z</dcterms:created>
  <dcterms:modified xsi:type="dcterms:W3CDTF">2026-09-29T03:11:36Z</dcterms:modified>
</cp:coreProperties>
</file>