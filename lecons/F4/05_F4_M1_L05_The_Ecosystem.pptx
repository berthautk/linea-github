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The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The Ecosystem. The key notions we shall use today are: ecosystem, biotic components, abiotic components, equilibrium. At the end, you should be able to do this: learners are able to identify the components of an ecosystem and explain its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Soil Conservation. The question was: Propose three ways to protect the soil of your school compound.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Plant grass and trees on bare areas, build stone lines on slopes, and make paths so that people do not trample the soil everywhere.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ecosystem. Number 2: identify its biotic and abiotic components. Number 3: explain the notion of equilibrium.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and animals depend on each other. Plants need sunlight, water and soil. Animals eat plants or other animals.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pond near Garoua, there are water lilies, fish, frogs, insects, mud and water. When people used chemicals on the farms nearby, many fish died and the frogs disappeared.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Chemicals upset the balance of the 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living things in the pond.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 and frogs (also lilies, insects).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non-living things.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and mud.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actions that upset the balance of nature, such as pollution and over-hunting.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living things and their surroundings depend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pond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community of living things interacting with their non-living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biotic and abiotic components.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biotic and abiotic components.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Biotic: living things (plants, animals). Abiotic: non-living things (sun, water, soil,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mushroom (fungus).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role of decomposers such as fungi?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break down dead matter and return nutrients to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savanna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examples of ecosystems of different sizes.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pond (small) and the savanna or the forest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balance of an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when one part of an ecosystem is destroyed?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balance (equilibrium) is broken and other parts suffer.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Ecosystem.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of Ecosystems. An ecosystem has the following components. On this slide we have Abiotic components and Producers.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of Ecosystems. On this slide we have Consumers and Decomposers.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components of an ecosystem.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and Equilibrium. Ecosystems have the following characteristics. On this slide we have Size and Interdependence.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and Equilibrium. On this slide we have Equilibrium.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community of living things interacting with their environment.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abiotic components.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and sunlight.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biotic; number 2, producers; number 3, decomposers.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an ecosystem near your home and list three biotic and three abiotic components.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The Functioning of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THE ECOSYSTEM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Ecosystem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The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biotic components, abiotic components, equilibrium.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components of ecosystems; characteristics with notion of equilibrium.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components of an ecosystem and explain its balance.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Soil Conservation):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ways to protect the soil of your school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grass and trees on bare areas, build stone lines on slopes, and make paths so that people do not trample the soil everywhere.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its biotic and abiotic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notion of 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and animals depend on each other.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sunlight, water and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Animals eat plants or other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pond near Garoua, there are water lilies, fish, frogs, insects, mud and water. When people used chemicals on the farms nearby, many fish died and the frogs disappeared.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upset the balance of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living things in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 and frogs (also lilies, insects).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non-living things.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and mud.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actions that upset the balance of nature, such as pollution and over-hunting.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living things and their surroundings depend on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community of living things interacting with their non-living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cosystem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Biotic and abiotic components.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biotic and abiotic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Biotic: living things (plants, animals). Abiotic: non-living things (sun, water, soil,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mushroom (fungus).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role of decomposers such as fungi?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break down dead matter and return nutrients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savanna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ecosystems of different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pond (small) and the savanna or the forest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equilibriu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balance of an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one part of an ecosystem is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balance (equilibrium) is broken and other parts suffer.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community of living things interacting with their non-living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Ecosystems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ecosystem has the following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Abiotic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non-living things such as sunlight, water, air, soil and temperature.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green plants that make food from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Ecosystems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animals that eat plants or other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Decomposers: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fungi and bacteria that break down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Ecosystems</a:t>
            </a:r>
            <a:endParaRPr lang="en-US" sz="3600" dirty="0"/>
          </a:p>
        </p:txBody>
      </p:sp>
      <p:pic>
        <p:nvPicPr>
          <p:cNvPr id="4" name="Image 0" descr="/home/claude/f4/img/v2/ecosystem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components of an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and Equilibrium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Ecosystems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can be small, like a pond, or large, like a forest.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Interdependence: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components depend on one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and Equilibrium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Equilibrium: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healthy ecosystem is in balance, but pollution or over-hunting can break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community of living things interacting with their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abiotic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and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Living components are ______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Green plants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Fungi and bacteria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an ecosystem near your home and list three biotic and three abiotic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The Functioning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L'écosystème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Vivant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Balance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Producer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Consumer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consommateur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décomposeur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The Ecosystem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ecosystem. Identify its biotic and abiotic components. Explain the notion of equilibrium.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components of an ecosystem and explain its balance.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Components of Ecosystems; Characteristics and Equilibrium.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an ecosystem near your home and list three biotic and three abiotic components.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pond.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make two lists.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rotting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ecosystems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pond in the situation.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2026-10-02T05:13:22Z</dcterms:created>
  <dcterms:modified xsi:type="dcterms:W3CDTF">2026-10-02T05:13:22Z</dcterms:modified>
</cp:coreProperties>
</file>