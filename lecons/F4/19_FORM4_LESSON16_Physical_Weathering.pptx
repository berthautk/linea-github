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16: Physical Weathering Processes and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Denudation Processes, Landforms and Impacts on Man — Weathering Processes: The Products and Impacts on Man.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 Processes, Landforms and Impacts on Man, and the sub-topic is Weathering Processes: The Products and Impacts on Man. The key notions we shall use today are: temperature changes, frost action, slaking, unloading. At the end, you should be able to do this: learners are able to explain why rocks and walls crack in the sun or break under roots, and to protect buildings from these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15: Weathering. The question was: Touch a big rock or a cement wall at 1 p.m. and again at 7 p.m. Write what you feel, and why this could break the rock after many years.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At 1 p.m. the rock is hot, and at 7 p.m. it is cooler. Daily heating makes the outer layer expand and cooling makes it contract; after many years this breaks the rock (thermal shattering).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physical weathering. Number 2: explain the processes of physical weathering. Number 3: name the products of each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is the breaking down of rocks in their place. Physical weathering breaks rocks without changing their minerals. Climate is the main factor of weathering.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dry season, Yaya walks past a big granite rock. At midday, it is too hot to touch. Its outer surface peels off in thin layers, like an onion.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Yaya does not know why the rock peels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When is the rock very hot?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midday, in the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happens at night?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rock cools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recognise the products of physical weathering around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how rocks break into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animation: animation: heating by day, cooling at night.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happens to the outer layer of the rock after many days and nights?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cracks and peels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round granite rocks in a hot, dry area.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These granite rocks lost their outer layers again and again. What do we call this peeling of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Exfoliation (onion weathering).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tree roots in a cracked rock.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 the roots break the rock?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grow bigger in the cracks and push the rock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Physical weathering and Exfoliation.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Processes and Products of Physical Weathering. Physical weathering takes place through the following processes. On this slide we have Thermal shattering and Frost shattering.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Processes and Products of Physical Weathering. On this slide we have Wetting and drying, Pressure release and Biological action.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exfoliation.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Why does granite peel off in hot deserts?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gets hot by day and cold at night, again and again.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 roots break rocks?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grow in cracks and push the rock apart.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exfoliation; number 2, frost; number 3, minerals.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Look at an old iron gate, a roofing sheet or a nail left in the rain. Write what happened to it and what colour it became.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Chemical Weathering Processes and Products.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16: PHYSICAL WEATHERING PROCESSES AND PRODUCTS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gif"/><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Physical Weathering Processes and Products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Denudation Processes, Landforms and Impacts on Man — Weathering Processes: The Products and Impacts on Man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 Processes, Landforms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Weathering Processes: The Products and Impacts on Man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16: Physical Weathering Processes and Products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Temperature changes, frost action, slaking, unloading.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Thermal shattering; frost shattering; alternate wetting and drying; pressure release; physically induced biological weathering.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15: Weathering):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Touch a big rock or a cement wall at 1 p.m. and again at 7 p.m. Write what you feel, and why this could break the rock after many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1 p.m. the rock is hot, and at 7 p.m. it is cooler. Daily heating makes the outer layer expand and cooling makes it contract; after many years this breaks the rock (thermal shattering).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processes of physical weathering.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products of each process.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is the breaking down of rocks in their place.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Physical weathering breaks rocks without changing their minerals.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is the main factor of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dry season, Yaya walks past a big granite rock. At midday, it is too hot to touch. Its outer surface peels off in thin layers, like an onion.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Yaya does not know why the rock peels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is the rock very hot?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midday, in the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at night?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rock cools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Recognise the products of physical weathering around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how rocks break into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xfoliation.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heating by day, cooling at night.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the outer layer of the rock after many days and nights?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cracks and peels 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granit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Round granite rocks in a hot, dry area.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These granite rocks lost their outer layers again and again. What do we call this peeling of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THERMAL SHATTERING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Exfoliation (onion weathering).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oot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Tree roots in a cracked rock.</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roots break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OTHER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bigger in the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 Processes, Landforms and Impacts on Man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Weathering Processes: The Products and Impacts on Man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16: Physical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Physical weathering: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breaking of rocks into pieces without changing their minerals.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Exfoliation: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peeling of rock in thin, curved layers.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weathering takes place through the following processes: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Thermal shattering: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Daily heating and cooling make rocks expand and contract until they peel off (exfoliation).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Frost shattering: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freezes in cracks, expands and breaks rocks into sharp pieces.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Wetting and drying: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Clay rocks swell when wet and shrink when dry, so they crumble.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Pressure release: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overlying rocks are removed, granite cracks in layers parallel to the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Biological action: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Roots and burrowing animals widen cracks and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Processes and Products of Physical Weathering</a:t>
            </a:r>
            <a:endParaRPr lang="en-US" sz="3600" dirty="0"/>
          </a:p>
        </p:txBody>
      </p:sp>
      <p:pic>
        <p:nvPicPr>
          <p:cNvPr id="4" name="Image 0" descr="/home/claude/f4/img/v2/exfoliation_last.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exfoliation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granite peel off in hot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gets hot by day and cold at night, again and again.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roots break rocks?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in cracks and push the rock apart.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peeling of rock like an onion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that freezes in cracks causes ______ shattering.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Physical weathering does not change the ______ of the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Look at an old iron gate, a roofing sheet or a nail left in the rain. Write what happened to it and what colour it became.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Chemical Weathering Processes and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Exfoliation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L'exfoliation / la desquamation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Crack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fissure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expand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dilater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To contract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Se contracter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Scree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L'éboulis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Root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racine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Pressure release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décompression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 Processes, Landforms and Impacts on Man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16: Physical Weathering Processes and Products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physical weathering. Explain the processes of physical weathering. Name the products of each process.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why rocks and walls crack in the sun or break under roots, and to protect buildings from these effects.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Processes and Products of Physical Weathering.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Look at an old iron gate, a roofing sheet or a nail left in the rain. Write what happened to it and what colour it became.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1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compare with a glass that breaks when hot water is poured in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ask learners about big granite rocks near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show a road cracked by tree roots.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Denudation Processes, Landforms and Impacts on Man.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(Form 4),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“Sunset over Pyramid Rock” by Mark Wassell, CC BY-NC-ND 2.0, via Flickr (https://www.flickr.com/photos/61520356@N07/6515411027)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“Stones 'n' Roots” by erix!, CC BY 2.0, via Flickr (https://www.flickr.com/photos/68387408@N00/55692423)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2026-09-27T10:32:01Z</dcterms:created>
  <dcterms:modified xsi:type="dcterms:W3CDTF">2026-09-27T10:32:01Z</dcterms:modified>
</cp:coreProperties>
</file>