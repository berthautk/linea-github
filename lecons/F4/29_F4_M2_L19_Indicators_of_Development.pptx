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Indicators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life expectancy, literacy, per capita income, Human Development Index (HDI). At the end, you should be able to do this: learners are able to use indicators to compare the development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Notion of Development. The question was: Give three examples of sustainable actions in your community.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Planting trees; sorting waste for compost; sending all children, including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traditional indicators of development. Number 2: explain the HDI. Number 3: compare countries using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richer than others. Health and education improve lives. Income is the money people earn.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that people in Japan live on average 84 years, while in Chad they live about 53 years. Most adults in Japan can read, but many in Chad cannot.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the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indicator is about how long people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Life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indicator is about reading?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Literacy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compare development figures of Cameroon and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and compare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per capita income?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income of a country divided by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indicators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Life expectancy and literacy rate (also doctors per person, infant mortality).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literacy rate an indicator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people can get better jobs and improve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three things does the HDI combine?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health (life expectancy)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hDI around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 has the lowest HDI values?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Indicator of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Indicators. Development is measured with the following traditional indicators. On this slide we have Per capita income and Life expectancy.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Indicators. On this slide we have Literacy rate and Other indicators.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Human Development Index. The HDI is explained as follows. On this slide we have Meaning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Human Development Index.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indicators of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 capita income, life expectancy and literacy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the HDI combine?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health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expectancy; number 2, 1; number 3,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and one developed country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Classification of Countries in Terms of Development Levels.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INDICATORS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Indicators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Indicators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Life expectancy, literacy, per capita income, Human Development Index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indicators; the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trees; sorting waste for compost; sending all children, including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traditional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countries using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richer than others.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lives.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is the money people earn.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that people in Japan live on average 84 years, while in Chad they live about 53 years. Most adults in Japan can read, but many in Chad cannot.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the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how long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compare development figures of Cameroon and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and compare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per capita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income of a country divided by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and literacy rate (also doctors per person,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literacy rate an indicator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people can get better jobs and improve their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HDI around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HDI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 of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used to show the level of development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with the following traditional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 capita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income of a country divided by its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expectancy: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years a person is expected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Literacy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percentage of adults who can read and write.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Infant mortality, doctors per person and access to water are also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HDI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HDI combines income, life expectancy and education on a scale from 0 to 1.</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near 1 are very developed and countries below 0.55 have low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 medium HDI of about 0.59.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capita income, life expectancy and 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years a person lives is life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HDI ranges from 0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percentage of adults who can read is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traditional indicators of development. Explain the HDI. Compare countries using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Traditional Indicators; The Human Development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and one developed country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indicators.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schooling.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2026-09-27T14:07:41Z</dcterms:created>
  <dcterms:modified xsi:type="dcterms:W3CDTF">2026-09-27T14:07:41Z</dcterms:modified>
</cp:coreProperties>
</file>