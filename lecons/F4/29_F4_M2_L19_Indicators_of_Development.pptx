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Indicators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The Concept of Development. The key notions we shall use today are: life expectancy, literacy, per capita income, Human Development Index (HDI). At the end, you should be able to do this: learners are able to use indicators to compare the development of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The Notion of Development. The question was: Give three examples of sustainable actions in your community.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Planting trees; sorting waste for compost; sending all children, including girls, to school.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traditional indicators of development. Number 2: explain the HDI. Number 3: compare countries using indicators.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Some countries are richer than others. Health and education improve lives. Income is the money people earn.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report says that people in Japan live on average 84 years, while in Chad they live about 53 years. Most adults in Japan can read, but many in Chad cannot.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must measure the differences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indicator is about how long people live?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Life expectancy.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indicator is about reading?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Literacy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and compare development figures of Cameroon and other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measure and compare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development indicators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per capita income?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total income of a country divided by its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health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social indicators of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Life expectancy and literacy rate (also doctors per person, infant mortality).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girls at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literacy rate an indicator of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Educated people can get better jobs and improve their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human Development Index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three things does the HDI combine?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Income, health (life expectancy) and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hDI around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region has the lowest HDI values?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Sub-Saharan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Indicator of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Traditional Indicators. Development is measured with the following traditional indicators. On this slide we have Per capita income and Life expectancy.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Traditional Indicators. On this slide we have Literacy rate and Other indicators.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development indicators.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Human Development Index. The HDI is explained as follows. On this slide we have Meaning 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Human Development Index. On this slide we have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indicators of development.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per capita income, life expectancy and literacy rate.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the HDI combine?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income, health and education.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expectancy; number 2, 1; number 3, literacy.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Cameroon and one developed country using two indicators.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Classification of Countries in Terms of Development Levels.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19: INDICATORS OF DEVELOPMENT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Indicators of 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Concept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Indicators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Life expectancy, literacy, per capita income, Human Development Index (HDI).</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Traditional indicators; the HDI.</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indicators to compare the development of countries.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The Notion of 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examples of sustainable actions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Planting trees; sorting waste for compost; sending all children, including girls,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traditional indicators of 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HDI.</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countries using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countries are richer than others.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Health and education improve lives.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Income is the money people earn.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report says that people in Japan live on average 84 years, while in Chad they live about 53 years. Most adults in Japan can read, but many in Chad cannot.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must measure the differences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indicator is about how long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Life expectancy.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indicator is about 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Literacy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and compare development figures of Cameroon and other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measure and compare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v_indica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Development indicators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per capita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total income of a country divided by its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lin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health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social indicators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Life expectancy and literacy rate (also doctors per person, infant mortality).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ir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Girls at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literacy rate an indicator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Educated people can get better jobs and improve their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hdi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Human Development Index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three things does the HDI combine?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health (life expectancy)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hdi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HDI around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the lowest HDI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Sub-Saharan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Concept of Development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Indicators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Indicator of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measure used to show the level of development of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Traditional Indicators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Development is measured with the following traditional indicators: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Per capita 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income of a country divided by its population.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Life expectancy: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number of years a person is expected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Traditional Indicators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Literacy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percentage of adults who can read and write.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indicators: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Infant mortality, doctors per person and access to water are also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Traditional Indicators</a:t>
            </a:r>
            <a:endParaRPr lang="en-US" sz="3600" dirty="0"/>
          </a:p>
        </p:txBody>
      </p:sp>
      <p:pic>
        <p:nvPicPr>
          <p:cNvPr id="4" name="Image 0" descr="/home/claude/f4/img/v2/dev_indica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development indicators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Human Development Index</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HDI is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HDI combines income, life expectancy and education on a scale from 0 to 1.</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near 1 are very developed and countries below 0.55 have low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Human Development Index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a medium HDI of about 0.59.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indicators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Per capita income, life expectancy and literacy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HDI combine?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health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average years a person lives is life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HDI ranges from 0 to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percentage of adults who can read is the ______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Cameroon and one developed country using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Classification of Countries in Terms of Development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Indicator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revenu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Life expectancy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L'espérance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Literacy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L'alphabétisation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Index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Health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santé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Indicators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traditional indicators of development. Explain the HDI. Compare countries using indicators.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indicators to compare the development of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Traditional Indicators; The Human Development Index.</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Cameroon and one developed country using two indicators.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indicators.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schooling.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regions.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“Waiting at the dispensary” by World Bank Photo Collection, CC BY-NC-ND 2.0, via Flickr (https://www.flickr.com/photos/10816734@N03/7556643920)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2026-09-29T03:11:44Z</dcterms:created>
  <dcterms:modified xsi:type="dcterms:W3CDTF">2026-09-29T03:11:44Z</dcterms:modified>
</cp:coreProperties>
</file>