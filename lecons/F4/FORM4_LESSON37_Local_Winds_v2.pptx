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37: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homework: day and night winds at the coast or in the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the sea and the land with arrows.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use the situation of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mention the Mandara Mountains near Mokolo.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sea 2. land 3.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FORM 4 GEOGRAPHY  —  LESSON 37</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Local Winds</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Form 4</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Pressure and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37: Local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Land and sea breezes, monsoon, mountain and valley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Definition of local winds; types of local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explain the daily change of winds at the coast and in the mountains, and to use this knowledge for fishing, farming or building.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a local wind.</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land and sea breezes.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mountain and valley breezes.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monsoon.</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Pressure belts are zones of high or low pressure around the Earth.</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Planetary winds blow from high to low pressure, like the Trade Winds.</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rotation of the Earth deflects winds (Ferrel's law).</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Kribi, fishermen leave the beach very early, before sunrise, and come back in the afternoon. They say the wind pushes their canoes to the sea in the morning and back to land later.</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the wind changes direction during the day.</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the fishermen leave?</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in the morning.</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brings them back?</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breeze in the afternoon.</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winds that blow over small areas.</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LAND AND SEA BREEZES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seabreeze.gif">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Animation: the wind by day and by night.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LAND AND SEA BREEZES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does the wind blow from the sea or from the land? And at night?</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LAND AND SEA BREEZES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 from the sea (sea breeze). Night: from the land (land breeze).</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LAND AND SEA BREEZES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f2t_fishing.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Fishermen in canoes.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LAND AND SEA BREEZES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fishermen leave early in the morning?</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LAND AND SEA BREEZES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breeze pushes the canoes to the sea.</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MOUNTAIN AND VALLEY BREEZES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mountain_valley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Winds in a valley by day and by night.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MOUNTAIN AND VALLEY BREEZES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blows up the slopes by day?</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MOUNTAIN AND VALLEY BREEZES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valley breeze.</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Local Winds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Pressure and Winds</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37: Local Winds</a:t>
            </a:r>
            <a:endParaRPr lang="en-US" sz="3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Local wind: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wind that blows over a small area.</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Sea breeze: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wind from the sea by day.</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Land breeze: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wind from the land at night.</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Types of Local Winds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Sea breeze: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By day, the land is hotter.</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Land breeze: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At night, the sea is warmer.</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Valley breeze: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Up the slopes by day.</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 Mountain breeze: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Down the slopes at night.</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Types of Local Winds (2/2)</a:t>
            </a:r>
            <a:endParaRPr lang="en-US" sz="3600" dirty="0"/>
          </a:p>
        </p:txBody>
      </p:sp>
      <p:pic>
        <p:nvPicPr>
          <p:cNvPr id="13" name="Image 0" descr="/home/claude/f4/img/v2/seabreeze_day.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sea breeze.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sea breeze blow by day?</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heats faster than the sea.</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blows down the slopes at night?</a:t>
            </a:r>
            <a:endParaRPr lang="en-US" sz="4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mountain breeze.</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By day, the ______ breeze blows from the sea.</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At night, the ______ breeze blows from the land.</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wind that blows up the slopes by day is the ______ breeze.</a:t>
            </a:r>
            <a:endParaRPr lang="en-US" sz="3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temperature of Garoua with that of Ngaoundéré (ask an adult who has travelled there). Write one sentence to say which town is cooler and one possible reason.</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38: Factors of Temperature.</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Local wind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vent local</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Sea breeze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brise de mer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Land breeze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brise de terre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Valley breeze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brise de vallée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Mountain breeze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brise de montagne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Monsoon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mousson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Slope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pente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Coast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côte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The Earth-Atmosphere System</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37: Local Winds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a local wind. Explain land and sea breezes. Explain mountain and valley breezes. Explain the monsoon.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explain the daily change of winds at the coast and in the mountains, and to use this knowledge for fishing, farming or building.</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Local wind, Sea breeze, Land breeze; II. Types of Local Winds: Sea breeze, Land breeze, Valley breeze, Mountain breeze.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Compare the temperature of Garoua with that of Ngaoundéré (ask an adult who has travelled there). Write one sentence to say which town is cooler and one possible reason.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5 min | Situation 5 min | 3 activities 12 min | Board summary (copying) 15 min | Evaluation, homework 5 min | Logbook 5 min | Spare 3 min</a:t>
            </a:r>
            <a:endParaRPr lang="en-US" sz="2000" dirty="0"/>
          </a:p>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“Fishermen, Lake Tana” by A.Davey, CC BY 2.0, via Flickr (https://www.flickr.com/photos/40595948@N00/2260748777)</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2026-09-26T10:44:23Z</dcterms:created>
  <dcterms:modified xsi:type="dcterms:W3CDTF">2026-09-26T10:44:23Z</dcterms:modified>
</cp:coreProperties>
</file>