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37: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day and night winds at the coast or in the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sea and the land with arrows.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use the situation of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mention the Mandara Mountains near Mokolo.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sea 2. land 3.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37</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Local Winds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Pressure and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37: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Land and sea breezes, monsoon, mountain and valley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Definition of local winds; types of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a local wind.</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land and sea breezes.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mountain and valley breezes.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monsoon.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Pressure belts are zones of high or low pressure around the Earth.</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Planetary winds blow from high to low pressure, like the Trade Winds.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rotation of the Earth deflects winds (Ferrel's law).</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fishermen leave the beach very early, before sunrise, and come back in the afternoon. They say the wind pushes their canoes to the sea in the morning and back to land later.</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the wind changes direction during the day.</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the fishermen leave?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in the morning.</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them back?</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 in the afternoon.</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winds that blow over small areas.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LAND AND SEA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seabreeze.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the wind by day and by night.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LAND AND SEA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does the wind blow from the sea or from the land? And at night?</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LAND AND SEA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from the sea (sea breeze). Night: from the land (land breeze).</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LAND AND SEA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fishing.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Fishermen in canoes.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LAND AND SEA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fishermen leave early in the morning?</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LAND AND SEA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 pushes the canoes to the sea.</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MOUNTAIN AND VALLEY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mountain_valley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Winds in a valley by day and by night.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MOUNTAIN AND VALLEY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up the slopes by day?</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MOUNTAIN AND VALLEY BREEZES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breeze.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Local Winds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Pressure and Winds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37: Local Winds</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Local wind: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wind that blows over a small area.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Sea breeze: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wind from the sea by day.</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Land breeze: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wind from the land at night.</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Types of Local Winds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Sea breeze: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By day, the land is hotter.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Land breeze: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At night, the sea is warmer.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Valley breeze: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Up the slopes by day.</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Mountain breeze: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Down the slopes at night.</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Types of Local Winds (2/2)</a:t>
            </a:r>
            <a:endParaRPr lang="en-US" sz="3600" dirty="0"/>
          </a:p>
        </p:txBody>
      </p:sp>
      <p:pic>
        <p:nvPicPr>
          <p:cNvPr id="13" name="Image 0" descr="/home/claude/f4/img/v2/seabreeze_day.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sea breeze.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sea breeze blow by day?</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heats faster than the sea.</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down the slopes at night?</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mountain breeze.</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By day, the ______ breeze blows from the sea.</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At night, the ______ breeze blows from the land.</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wind that blows up the slopes by day is the ______ breeze.</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Garoua with that of Ngaoundéré (ask an adult who has travelled there). Write one sentence to say which town is cooler and one possible reason.</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38: Factors of Temperature.</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Local wind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vent local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Sea breeze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brise de mer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Land breeze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brise de terre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Valley breeze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brise de vallée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Mountain breeze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brise de montagne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Monsoon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mousson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Slope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pente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Coast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côte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Earth-Atmosphere System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37: Local Winds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a local wind. Explain land and sea breezes. Explain mountain and valley breezes. Explain the monsoon.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Local wind, Sea breeze, Land breeze; II. Types of Local Winds: Sea breeze, Land breeze, Valley breeze, Mountain breeze.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Compare the temperature of Garoua with that of Ngaoundéré (ask an adult who has travelled there). Write one sentence to say which town is cooler and one possible reason.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2026-09-27T04:25:20Z</dcterms:created>
  <dcterms:modified xsi:type="dcterms:W3CDTF">2026-09-27T04:25:20Z</dcterms:modified>
</cp:coreProperties>
</file>