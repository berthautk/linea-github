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Man in the Hot Desert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resource, hazard. At the end, you should be able to do this: learners are able to use water carefully and protect themselves from heat and dust during the dry season, as desert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Depositional Features of Wind Action. The question was: Ask an elder in your family how people in your area cope with the heat, the dust and the shortage of water during the dry season. Write down two ways.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people drink more water and store water in jars; they wear long clothes and head scarves against dust; they rest in the shade at midday; they build houses with thick mud walls.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resource and a hazard. Number 2: identify the main resources of hot deserts. Number 3: describe the main challenges of living in hot deserts. Number 4: explain how people adapt to life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wind deposits sand when it slows down or meets an obstacle. Sand dunes (barchans and seifs) move in the direction of the wind. Moving dunes and dust can cause problems for people who live near deserts.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the well of the Bouba family dries up. Mrs Bouba walks for more than an hour every morning to get water, and the goats are thin.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family has no water near the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suffers?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Mrs Bouba and the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village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Dig a deeper well or collect rain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water and plant trees to fight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people live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big solar power station in Morocco.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the desert a good place for solar power?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shines strongly almost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women carry water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biggest problem of people in dry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young trees planted in rows.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planting trees help against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hold the soil and stop the desert from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of Hot Deserts. Hot deserts have the following resources. On this slide we have Minerals and Solar energy.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of Hot Deserts. On this slide we have Water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Challenges of Hot Deserts. People in hot deserts face the following challenges. On this slide we have Extreme temperatures and Lack of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Challenges of Hot Deserts. On this slide we have Sandstorms and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Adaptations. People adapt to hot deserts in the following ways. On this slide we have Nomadism and Clothes and houses.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Adaptations. On this slide we have Irrigation and Tree planting.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resources of hot deserts.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oil and solar energy.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can we fight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(Great Green Wall).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desertification; number 2, sun; number 3, nomads.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with three columns: resources, hazards and adaptations. Fill it with examples from the hot deserts and from the dry season in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The Atmosphere.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MAN IN THE HOT DESERT ENVIRONMENTS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in the Hot Desert Environments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Man in the Hot Desert Environments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hazard.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of hot deserts; challenges (hazards) of hot deserts; human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water carefully and protect themselves from heat and dust during the dry season, as desert people 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Depositional Features of Wind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your family how people in your area cope with the heat, the dust and the shortage of water during the dry season. Write down two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people drink more water and store water in jars; they wear long clothes and head scarves against dust; they rest in the shade at midday; they build houses with thick mud walls.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resource and a hazard.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challenges of living in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people adapt to life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wind deposits sand when it slows down or meets an obstacle.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Sand dunes (barchans and seifs) move in the direction of the wind.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Moving dunes and dust can cause problems for people who live near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well of the Bouba family dries up. Mrs Bouba walks for more than an hour every morning to get water, and the goats are thin.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family has no water near the 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Mrs Bouba and the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village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Dig a deeper well or collect rain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water and plant trees to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people live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solar power station in Morocco.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desert a good place for solar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shines strongly almost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etchwat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carry water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biggest problem of people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trees planted in 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planting trees help against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hold the soil and stop the desert from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Man in the Hot Desert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have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Deserts contain oil in Algeria and Libya and uranium in Niger.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sunshine is used for solar power, as in Morocco.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Oases and wells provide water for people and crops.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Dunes and ancient monuments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hot deserts face the following challenges: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Extreme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Days are very hot and nights are cold.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Deserts receive less than 250 mm of rain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Sandstorms hurt the eyes and lungs and bury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desert spreads into neighbouring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Adaptations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to hot deserts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Nomads such as the Tuareg move with their animals in search of water and pasture.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Clothes and houses: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wear long loose clothes and build houses with thick walls.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Adaptations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from rivers such as the Nile and from wells is used to grow crops.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Projects such as the Great Green Wall plant trees to stop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solar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(Great Green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 of the desert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Morocco makes electricity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Tuareg are ______ who move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with three columns: resources, hazards and adaptations. Fill it with examples from the hot deserts and from the dry season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risque / l'aléa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Man in the Hot Desert Environments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resource and a hazard. Identify the main resources of hot deserts. Describe the main challenges of living in hot deserts. Explain how people adapt to life in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water carefully and protect themselves from heat and dust during the dry season, as desert people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Resources of Hot Deserts; Challenges of Hot Deserts; Human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with three columns: resources, hazards and adaptations. Fill it with examples from the hot deserts and from the dry season in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uses a solar panel at home.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situation of Mrs Bouba.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Great Green Wall and Opération Sahel Vert.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29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 (minepded.gov.cm).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Resource map and oasis diagram drawn for this lesson from Natural Earth data.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“Women fetch water in Kilte-Awlaelo woreda, Tigray” by UNICEF Ethiopia, CC BY-NC-ND 2.0, via Flickr (https://www.flickr.com/photos/86783452@N02/14056445728)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