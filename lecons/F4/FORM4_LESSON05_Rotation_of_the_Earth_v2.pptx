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5: The Rotation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times of sunrise and sunset.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turn a ball in front of a torch with a mark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where the Sun rises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describe water turning when it goes down a sink.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axis 2. 24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gif"/><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LESSON 5</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Rotation of the Earth</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Location and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5: The Rotation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Axis, rotation, tides, deflection of winds and ocean currents.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Rotation: meaning, illustration and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rotation and the axis of the Earth.</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Illustrate the rotation of the Earth.</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effects of rotation.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15° of longitude = 1 hour.</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Places to the east are ahead in time.</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Cameroon uses GMT + 1.</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morning in Garoua, the first light appears in the east. In the evening, the Sun disappears in the west. Oumarou's little sister thinks that the Sun walks around the Earth.</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sister thinks that the Sun moves around the Earth every day.</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Sun rise and set?</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in the east and sets in the west.</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really moves?</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on itself.</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day and night.</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rotation.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the Earth turns on itself.</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Garoua (red dot). Why does it have day and then night?</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Garoua faces the Sun (day), then turns away (night).</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EFFECTS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4_sunris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Sun low over the savanna.</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EFFECTS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Sun seem to rise in the east?</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EFFECTS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EFFECTS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4_hurrican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storm seen from space.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EFFECTS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winds of this storm turn in a circle. Which movement of the Earth makes them turn?</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EFFECTS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Rotation of the Earth</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Location and Time</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The Rotation of the Earth</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Rotation: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turning of the Earth on its axis.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Axis: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line from the North Pole to the South Pole.</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Meaning of Rotation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Direction: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Earth turns from west to east.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Time: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One turn takes 24 hours.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Axis: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tilted at 23½°.</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Meaning of Rotation (2/2)</a:t>
            </a:r>
            <a:endParaRPr lang="en-US" sz="3600" dirty="0"/>
          </a:p>
        </p:txBody>
      </p:sp>
      <p:pic>
        <p:nvPicPr>
          <p:cNvPr id="13" name="Image 0" descr="/home/claude/f4/img/v2/rotation_mid.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drawing: day and night.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Effects of Rotation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Day and night: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One side faces the Sun.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Sunrise in the east: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Earth turns to the east.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Time difference: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Places to the east see the Sun first.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Winds: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Winds and currents are bent.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E. Tides: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There are two high tides a day.</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rotation?</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turning of the Earth on its axis.</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rotation.</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and night; the Sun seems to rise in the east.</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Earth turns on its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One rotation takes ______ hours.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Earth turns from west to ______.</a:t>
            </a:r>
            <a:endParaRPr lang="en-US" sz="3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which months the rainy season and the dry season start in Garoua. Write the months down.</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6: The Revolution of the Earth.</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Rotation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rotation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Axis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L'axe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Day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jour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Night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nuit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Sunrise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lever du soleil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Sunset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coucher du soleil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Deflection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déviation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Ocean current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courant marin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The Earth as a Planet in the Solar System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5: The Rotation of the Earth</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rotation and the axis of the Earth. Illustrate the rotation of the Earth. Explain the effects of rotation.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day and night, the rising of the Sun in the east, and the difference in time between places.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Rotation, Axis; II. Meaning of Rotation: Direction, Time, Axis; III. Effects of Rotation: Day and night, Sunrise in the east, Time difference, Winds, Tides.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Ask an elder in which months the rainy season and the dry season start in Garoua. Write the months down.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“African Sunrise, Amboseli National Park” by Ray in Manila, CC BY 2.0, via Flickr (https://www.flickr.com/photos/21186555@N07/30385097358)</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“NASA's Aqua Satellite Captures Hurricane Danielle” by NASA Goddard Photo and Video, CC BY 2.0, via nasa (https://www.flickr.com/photos/24662369@N07/4931591817)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2026-09-26T10:44:20Z</dcterms:created>
  <dcterms:modified xsi:type="dcterms:W3CDTF">2026-09-26T10:44:20Z</dcterms:modified>
</cp:coreProperties>
</file>