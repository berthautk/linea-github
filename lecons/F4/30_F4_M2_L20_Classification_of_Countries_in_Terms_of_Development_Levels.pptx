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Classification of Countries in Terms of Development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Challenges of Development and Fight against Underdevelopment. The key notions we shall use today are: least Industrialised Countries (LICs), Newly Industrialised Countries (NICs), Advanced Industrialised Countries (AICs), industrialisation. At the end, you should be able to do this: learners are able to classify countries by level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Indicators of Development. The question was: Compare Cameroon and one developed country using two indicators.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life expectancy about 61 years in Cameroon vs 83 in France; per capita income about 1,600 US$ vs about 40,000 US$.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LICs, NICs and AICs. Number 2: give examples of each group. Number 3: give the characteristics of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Indicators measure development. Some countries have many factories. Cameroon exports raw materials.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market, Aminatou sees phones made in China, cars made in Japan and cocoa from Cameroon. She wonders why some countries make machines and others sell raw materials.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Countries have different levels of industrialisation.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country sells raw materials?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countries make machines?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China and Japan.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local processing of raw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classify countries and understand where Cameroon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sacks of cocoa for export.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are Least Industrialised Countries? Give two examples.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countries that mainly export raw materials, such as Chad and Niger (Cameroon is close to this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singapore.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Newly Industrialised Countries? Give two examples.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Countries that industrialised quickly since the 1960s, such as South Korea and Singapore (also China, Brazil).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generations of NICs.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four Asian tigers.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South Korea, Taiwan, Singapore and Hong Kong.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car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Advanced Industrialised Countries? Give two examples.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Rich countries with many industries and services, such as the USA and Germany (also Japan, France).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industrial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are most AICs and NICs located?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AICs in North America, Europe and Japan; NICs mainly in East Asia and Latin America.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Industrialisation.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Countries. Countries are classified into the following groups. On this slide we have Least Industrialised Countries.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Countries. On this slide we have Newly Industrialised Countries and Advanced Industrialised Countries.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industrial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groups have the following characteristics. On this slide we have LICs and NICs.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AICs.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example of an LIC, an NIC and an AIC.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chad, South Korea and the USA.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of NICs.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rapid growth of industries and exports.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NIC; number 2, LICs; number 3, AIC.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country of origin of five manufactured goods at home and classify the countries.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Rostow's Model of Economic Growth.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20: CLASSIFICATION OF COUNTRIES IN TERMS OF DEVELOPMENT LEVELS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Classification of Countries in Terms of Development Levels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Challenges of Development and Fight against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Classification of Countries in Terms of Development Levels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Least Industrialised Countries (LICs), Newly Industrialised Countries (NICs), Advanced Industrialised Countries (AICs), industrialisation.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Least Industrialised Countries; Newly Industrialised Countries; Advanced Industrialised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countries by level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Indicators of 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Cameroon and one developed country using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life expectancy about 61 years in Cameroon vs 83 in France; per capita income about 1,600 US$ vs about 40,000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LICs, NICs and AICs.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each group.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each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Indicators measure development.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countries have many factories.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market, Aminatou sees phones made in China, cars made in Japan and cocoa from Cameroon. She wonders why some countries make machines and others sell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have different levels of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country sells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countries make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China and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local processing of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classify countries and understand where Cameroon stands.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a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Sacks of cocoa for export.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Least Industrialised Countries? Give two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countries that mainly export raw materials, such as Chad and Niger (Cameroon is close to this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ingap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Singapore.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Newly Industrialised Countries? Give two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that industrialised quickly since the 1960s, such as South Korea and Singapore (also China, Brazil).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nic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Generations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Asian tigers.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Korea, Taiwan, Singapore and Hong Kong.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car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Advanced Industrialised Countries? Give two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Rich countries with many industries and services, such as the USA and Germany (also Japan,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AICs and NICs located?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AICs in North America, Europe and Japan; NICs mainly in East Asia and Latin America.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Challenges of Development and Fight against Underdevelopment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20: Classification of Countries in Terms of Development Levels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growth of industries in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Countries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Countries are classified into the following groups: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Least Industrialised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poor, depend on farming and export raw materials, such as Chad and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Countries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Newly Industrialised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industrialised quickly since the 1960s, such as South Korea, Singapore, China and Brazil.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Advanced Industrialised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rich and have many industries and services, such as the USA, Germany and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Countries</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industrial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groups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high birth rates, low incomes and poor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fast-growing industries and exports of manufactured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high incomes, long life expectancy and advanced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an LIC, an NIC and an AIC.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Chad, South Korea and the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of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growth of industries and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South Korea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Countries that export raw materials are mostly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country of origin of five manufactured goods at home and classify the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Rostow's Model of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Raw material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matière première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Classification of Countries in Terms of Development Levels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LICs, NICs and AICs. Give examples of each group. Give the characteristics of each group.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countries by level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of Countries;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country of origin of five manufactured goods at home and classify the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exports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goods from Asia.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rich countries.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“Sacks of Cocoa Beans” by D-Stanley, CC BY 2.0, via Flickr (https://www.flickr.com/photos/79721788@N00/20795057229)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“Singapore” by Christopher Chan, CC BY-NC-ND 2.0, via Flickr (https://www.flickr.com/photos/17751217@N00/8909326546)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2026-10-02T05:13:29Z</dcterms:created>
  <dcterms:modified xsi:type="dcterms:W3CDTF">2026-10-02T05:13:29Z</dcterms:modified>
</cp:coreProperties>
</file>