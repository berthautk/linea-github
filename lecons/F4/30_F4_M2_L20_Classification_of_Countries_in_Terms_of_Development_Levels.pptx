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Classification of Countries in Terms of Development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least Industrialised Countries (LICs), Newly Industrialised Countries (NICs), Advanced Industrialised Countries (AICs), industrialisation. At the end, you should be able to do this: learners are able to classify countries by level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Indicators of Development. The question was: Compare Cameroon and one developed country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life expectancy about 61 years in Cameroon vs 83 in France; per capita income about 1,600 US$ vs about 40,000 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LICs, NICs and AICs. Number 2: give examples of each group. Number 3: give the characteristics of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Indicators measure development. Some countries have many factories. Cameroon exports raw materials.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Aminatou sees phones made in China, cars made in Japan and cocoa from Cameroon. She wonders why some countries make machines and others sell raw materials.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levels of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sells raw materials?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countries make machines?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China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processing of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countries and understand where Cameroon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sacks of cocoa for export.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Least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countries that mainly export raw materials, such as Chad and Niger (Cameroon is close to this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singapore.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Newly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Countries that industrialised quickly since the 1960s, such as South Korea and Singapore (also China, Brazil).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generations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four Asian tigers.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Korea, Taiwan, Singapore and Hong Kong.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Advanced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Rich countries with many industries and services, such as the USA and Germany (also Japan,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industrial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most AICs and NICs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AICs in North America, Europe and Japan; NICs mainly in East Asia and Latin America.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Industrialisation.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Countries. Countries are classified into the following groups. On this slide we have Least Industrialised Countries.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Countries. On this slide we have Newly Industrialised Countries and Advanced Industrialised Countries.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groups have the following characteristics. On this slide we have LICs and NICs.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AICs.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example of an LIC, an NIC and an AIC.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chad, South Korea and the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rapid growth of industries and exports.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NIC; number 2, LICs;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country of origin of five manufactured goods at home and classify the countries.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Rostow's Model of Economic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20: CLASSIFICATION OF COUNTRIES IN TERMS OF DEVELOPMENT LEVELS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Classification of Countries in Terms of Development Levels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Classification of Countries in Terms of Development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Least Industrialised Countries (LICs), Newly Industrialised Countries (NICs), Advanced Industrialised Countries (AICs),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Least Industrialised Countries; Newly Industrialised Countries; Advanced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countries by level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Indicators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and one developed country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life expectancy about 61 years in Cameroon vs 83 in France; per capita income about 1,600 US$ vs about 40,000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LICs,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group.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Indicators measure development.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have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Aminatou sees phones made in China, cars made in Japan and cocoa from Cameroon. She wonders why some countries make machines and others sell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levels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sells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make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processing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countries and understand where Cameroon 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cocoa for export.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Least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countries that mainly export raw materials, such as Chad and Niger (Cameroon is close to this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Newly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that industrialised quickly since the 1960s, such as South Korea and Singapore (also China, Brazil).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Advanced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with many industries and services, such as the USA and Germany (also Japan,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AICs and NICs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in North America, Europe and Japan; NICs mainly in East Asia and Latin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Classification of Countries in Terms of Development Levels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growth of industries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are classified into the following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Least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poor, depend on farming and export raw materials, such as Chad and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Newly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industrialised quickly since the 1960s, such as South Korea, Singapore, China and Brazil.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Advanced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and have many industries and services, such as the USA, Germany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groups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high birth rates, low incomes and poor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fast-growing industries and exports of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high incomes, long life expectancy and advanced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an LIC, an NIC and an AIC.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South Korea and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of industries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South Korea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Countries that export raw materials are mostly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country of origin of five manufactured goods at home and classify the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Rostow's Model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Classification of Countries in Terms of Development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LICs, NICs and AICs. Give examples of each group. Give the characteristics of each group.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countries by level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Countries;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country of origin of five manufactured goods at home and classify the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exports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from Asia.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rich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2026-09-28T21:15:04Z</dcterms:created>
  <dcterms:modified xsi:type="dcterms:W3CDTF">2026-09-28T21:15:04Z</dcterms:modified>
</cp:coreProperties>
</file>