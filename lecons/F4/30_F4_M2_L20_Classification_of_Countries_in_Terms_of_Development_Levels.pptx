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20: Classification of Countries in Terms of Development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II: Development and the Management of Primary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Process of Development, and the sub-topic is Challenges of Development and Fight against Underdevelopment. The key notions we shall use today are: least Industrialised Countries (LICs), Newly Industrialised Countries (NICs), Advanced Industrialised Countries (AICs), industrialisation. At the end, you should be able to do this: learners are able to classify countries by level of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19: Indicators of Development. The question was: Compare Cameroon and one developed country using two indicators.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life expectancy about 61 years in Cameroon vs 83 in France; per capita income about 1,600 US$ vs about 40,000 US$.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LICs, NICs and AICs. Number 2: give examples of each group. Number 3: give the characteristics of each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Indicators measure development. Some countries have many factories. Cameroon exports raw materials.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market, Aminatou sees phones made in China, cars made in Japan and cocoa from Cameroon. She wonders why some countries make machines and others sell raw materials.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Countries have different levels of industrialisation.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country sells raw materials?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countries make machines?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China and Japan.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support local processing of raw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classify countries and understand where Cameroon stands.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sacks of cocoa for export.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are Least Industrialised Countries? Give two examples.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Poor countries that mainly export raw materials, such as Chad and Niger (Cameroon is close to this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singapore.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are Newly Industrialised Countries? Give two examples.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Countries that industrialised quickly since the 1960s, such as South Korea and Singapore (also China, Brazil).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generations of NICs.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the four Asian tigers.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South Korea, Taiwan, Singapore and Hong Kong.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car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are Advanced Industrialised Countries? Give two examples.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Rich countries with many industries and services, such as the USA and Germany (also Japan, France).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industrial regions of the world.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Where are most AICs and NICs located?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AICs in North America, Europe and Japan; NICs mainly in East Asia and Latin America.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Industrialisation.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Classification of Countries. Countries are classified into the following groups. On this slide we have Least Industrialised Countries.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Classification of Countries. On this slide we have Newly Industrialised Countries and Advanced Industrialised Countries.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industrial regions of the world.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The groups have the following characteristics. On this slide we have LICs and NICs.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On this slide we have AICs.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one example of an LIC, an NIC and an AIC.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chad, South Korea and the USA.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characteristic of NICs.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rapid growth of industries and exports.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NIC; number 2, LICs; number 3, AIC.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the country of origin of five manufactured goods at home and classify the countries.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21: Rostow's Model of Economic Growth.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20: CLASSIFICATION OF COUNTRIES IN TERMS OF DEVELOPMENT LEVELS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Classification of Countries in Terms of Development Levels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Development and the Management of Primary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Process of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Challenges of Development and Fight against Underdevelopment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20: Classification of Countries in Terms of Development Levels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Least Industrialised Countries (LICs), Newly Industrialised Countries (NICs), Advanced Industrialised Countries (AICs), industrialisation.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Least Industrialised Countries; Newly Industrialised Countries; Advanced Industrialised Countries.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countries by level of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19: Indicators of Development):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Cameroon and one developed country using two indicators.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life expectancy about 61 years in Cameroon vs 83 in France; per capita income about 1,600 US$ vs about 40,000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LICs, NICs and AICs.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of each group.</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characteristics of each group.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Indicators measure development.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Some countries have many factories.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exports raw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market, Aminatou sees phones made in China, cars made in Japan and cocoa from Cameroon. She wonders why some countries make machines and others sell raw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Countries have different levels of industrialisation.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country sells raw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countries make machines?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China and Japan.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Support local processing of raw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classify countries and understand where Cameroon stands.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sack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Sacks of cocoa for export.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Least Industrialised Countries? Give two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Poor countries that mainly export raw materials, such as Chad and Niger (Cameroon is close to this group).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singapor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Singapore.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Newly Industrialised Countries? Give two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Countries that industrialised quickly since the 1960s, such as South Korea and Singapore (also China, Brazil).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nic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Generations of NICs.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Asian tigers.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South Korea, Taiwan, Singapore and Hong Kong.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carfactory.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car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Advanced Industrialised Countries? Give two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Rich countries with many industries and services, such as the USA and Germany (also Japan, France).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industry_world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Industrial regions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most AICs and NICs located?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AICs in North America, Europe and Japan; NICs mainly in East Asia and Latin America.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Process of Development</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Challenges of Development and Fight against Underdevelopment</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20: Classification of Countries in Terms of Development Levels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Industrialisation: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growth of industries in a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Classification of Countries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Countries are classified into the following groups: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Least Industrialised Countries: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poor, depend on farming and export raw materials, such as Chad and Niger.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Classification of Countries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Newly Industrialised Countries: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industrialised quickly since the 1960s, such as South Korea, Singapore, China and Brazil.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Advanced Industrialised Countries: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rich and have many industries and services, such as the USA, Germany and Japan.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Classification of Countries</a:t>
            </a:r>
            <a:endParaRPr lang="en-US" sz="3600" dirty="0"/>
          </a:p>
        </p:txBody>
      </p:sp>
      <p:pic>
        <p:nvPicPr>
          <p:cNvPr id="4" name="Image 0" descr="/home/claude/f4/img/v2/industry_world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industrial regions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groups have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have high birth rates, low incomes and poor services.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have fast-growing industries and exports of manufactured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have high incomes, long life expectancy and advanced technology.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example of an LIC, an NIC and an AIC.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Chad, South Korea and the USA.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characteristic of 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Rapid growth of industries and exports.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South Korea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Countries that export raw materials are mostly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Japan is an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country of origin of five manufactured goods at home and classify the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21: Rostow's Model of Economic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Industry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L'industrie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Raw material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matière première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L'exportation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Pauvre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Factory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L'usine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Process of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20: Classification of Countries in Terms of Development Levels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LICs, NICs and AICs. Give examples of each group. Give the characteristics of each group.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countries by level of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Classification of Countries;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the country of origin of five manufactured goods at home and classify the countries.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exports of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goods from Asia.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use the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rich countries.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use the map.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II: Development and the Management of Primary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“Sacks of Cocoa Beans” by D-Stanley, CC BY 2.0, via Flickr (https://www.flickr.com/photos/79721788@N00/20795057229)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“Singapore” by Christopher Chan, CC BY-NC-ND 2.0, via Flickr (https://www.flickr.com/photos/17751217@N00/8909326546)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“rover 200 framing line” by spencer_cooper, CC BY-ND 2.0, via Flickr (https://www.flickr.com/photos/80889122@N06/7481166880)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2026-09-29T03:11:45Z</dcterms:created>
  <dcterms:modified xsi:type="dcterms:W3CDTF">2026-09-29T03:11:45Z</dcterms:modified>
</cp:coreProperties>
</file>