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30: The Impact of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Agriculture as an Economic Activity of the Primary Sector. The key notions we shall use today are: employment, Gross Domestic Product (GDP), pollution. At the end, you should be able to do this: learners are able to explain the positive and negative impacts of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29: The Green Revolution. The question was: Ask a farmer whether he uses improved seeds or fertilisers and what results he gets.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a farmer uses improved maize seeds and NPK fertiliser; his harvest rose from 1 to 3 tonnes per hectare, but the inputs are expensive.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impact of agriculture on the economy. Number 2: explain its impact on the environment. Number 3: distinguish short-term and long-term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Cameroonians are farmers. Cameroon exports cocoa and cotton. Chemicals can pollute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Agriculture employs most people in Cameroon and brings money from cocoa and cotton exports. But bush fires, clearing and chemicals damage soils, forests and rivers.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Agriculture has both good and bad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positive effect.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employs many people (also brings export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negative effect.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Chemicals pollute rivers (also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farm in ways that protect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weigh the benefits and costs of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cotton harvest.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impacts of agriculture on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employs most people and brings foreign currency from exports.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factory processing farm products.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agriculture help industry?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gives raw materials to industries such as textiles, breweries and oil mills.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spraying pesticides.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short-term effects on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pollution by chemicals and smoke from bush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soil erosion.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long-term effects.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erosion and deforestation (also loss of biodiversity,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impacts of agriculture.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positive effect of agriculture on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Terraces and agroforestry protect the soil and landscapes.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 on the Economy. Agriculture affects the economy as follows. On this slide we have Employment and GDP and exports.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 on the Economy. On this slide we have Food and industry.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Negative Effects. Agriculture has the following negative effects on the environment. On this slide we have Pollution and Deforestation.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Effects. On this slide we have Soil erosion and desertification and Loss of biodiversity.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Positive Effects. Agriculture has the following positive effects on the environment. On this slide we have Terraces and Agroforestry.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Positive Effects. On this slide we have Organic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impacts of agriculture.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positive impacts of agriculture on the economy.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employment and exports.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long-term negative effects on the environment.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soil erosion and deforestation.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GDP; number 2, pollute; number 3,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one positive and one negative impact of farming in your area.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31: Sustainable Agriculture.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30: THE IMPACT OF AGRICULTURE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Impact of Agriculture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as an Economic Activity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30: The Impact of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Employment, Gross Domestic Product (GDP), pollution.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Impact on the economy; impact on the environment (long and short term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positive and negative impacts of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29: The Green Revolution):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whether he uses improved seeds or fertilisers and what results he gets.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a farmer uses improved maize seeds and NPK fertiliser; his harvest rose from 1 to 3 tonnes per hectare, but the inputs are expensive.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impact of agriculture on the economy.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impact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short-term and long-term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Cameroonians are farmers.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exports cocoa and cotton.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Chemicals can pollute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Agriculture employs most people in Cameroon and brings money from cocoa and cotton exports. But bush fires, clearing and chemicals damage soils, forests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Agriculture has both good and bad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employs many people (also brings export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Chemicals pollute rivers (also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 in ways that protect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weigh the benefits and costs of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ON THE ECONOMY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otton_harve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Cotton harvest.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impacts of agriculture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employs most people and brings foreign currency from exports.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ON THE ECONOMY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factory processing farm products.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agriculture help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raw materials to industries such as textiles, breweries and oil mills.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SHORT-TERM ENVIRONMENTAL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pray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Spraying pesticides.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SHORT-TERM ENVIRONMENTAL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short-term effects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SHORT-TERM ENVIRONMENTAL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pollution by chemicals and smoke from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LONG-TERM ENVIRONMENTAL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Soil erosion.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LONG-TERM ENVIRONMENTAL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long-term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LONG-TERM ENVIRONMENTAL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erosion and deforestation (also loss of biodiversity,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agri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Impacts of agriculture.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effect of agriculture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Terraces and agroforestry protect the soil and landscapes.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Agriculture as an Economic Activity of the Primary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30: The Impact of Agriculture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Impact on the Economy</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affects the economy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employs most of the working population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GDP and exports: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contributes to the Gross Domestic Product and brings foreign currency from cocoa, coffee and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Impact on the Economy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and industry: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feeds the population and supplies raw materials to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Impact on the Environment</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Negative Effects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has the following negative effects on the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Chemicals pollute water, and bush fires pollute the air.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are cleared for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Impact on the Environment</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Negative Effects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erosion and desertification: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soils are washed or blown away.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biodiversity: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and animals lose their habitats.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Impact on the Environment</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Positive Effects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has the following positive effects on the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Terraces: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stop soil erosion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Agroforestry: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planted with crops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Impact on the Environment</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Positive Effects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Organic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Manure keeps the soil fertile without chemicals.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Impact on the Environment</a:t>
            </a:r>
            <a:endParaRPr lang="en-US" sz="3600" dirty="0"/>
          </a:p>
        </p:txBody>
      </p:sp>
      <p:pic>
        <p:nvPicPr>
          <p:cNvPr id="4" name="Image 0" descr="/home/claude/f4/img/v2/agri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impacts of agriculture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impacts of agriculture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Employment and exports.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long-term negative effects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erosion and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total value of goods and services of a country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Chemicals can ______ rivers.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Clearing forests for farms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one positive and one negative impact of farming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31: Sustainable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Impact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L'impact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Employment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L'emploi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L'économie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30: The Impact of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impact of agriculture on the economy. Explain its impact on the environment. Distinguish short-term and long-term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positive and negative impacts of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Impact on the Economy; Negative Effects; Positive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one positive and one negative impact of farming in your area.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exports.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agro-industries.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table.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“Cotton harvest” by CIFOR, CC BY-NC-ND 2.0, via Flickr (https://www.flickr.com/photos/45423546@N07/35706862552)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“Interior of Winston-Salem Chero-Cola Bottling Company, Winston-Salem, ” by unclibraries_commons, Public domain 1.0, via Flickr (https://www.flickr.com/photos/122654055@N06/22680169228)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“k4817-4” by USDAgov, CC BY 2.0, via Flickr (https://www.flickr.com/photos/41284017@N08/8497812386)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2026-10-02T05:13:31Z</dcterms:created>
  <dcterms:modified xsi:type="dcterms:W3CDTF">2026-10-02T05:13:31Z</dcterms:modified>
</cp:coreProperties>
</file>