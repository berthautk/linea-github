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Impact of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employment, Gross Domestic Product (GDP), pollution. At the end, you should be able to do this: learners are able to explain the positive and negative impacts of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The Green Revolution. The question was: Ask a farmer whether he uses improved seeds or fertilisers and what results he gets.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 farmer uses improved maize seeds and NPK fertiliser; his harvest rose from 1 to 3 tonnes per hectare, but the inputs are expensive.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impact of agriculture on the economy. Number 2: explain its impact on the environment. Number 3: distinguish short-term and long-term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Cameroonians are farmers. Cameroon exports cocoa and cotton. Chemicals can pollute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Agriculture employs most people in Cameroon and brings money from cocoa and cotton exports. But bush fires, clearing and chemicals damage soils, forests and rivers.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Agriculture has both good and bad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positive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employs many people (also brings export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negative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Chemicals pollute rivers (also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farm in ways that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weigh the benefits and costs of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cotton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impacts of agriculture on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employs most people and brings foreign currency from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factory processing farm products.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agriculture help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gives raw materials to industries such as textiles, breweries and oil mills.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spraying pesticides.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short-term effects on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pollution by chemicals and smoke from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soil erosion.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long-term effects.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erosion and deforestation (also loss of biodiversity,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impacts of agriculture.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positive effect of agriculture on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Terraces and agroforestry protect the soil and landscapes.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 on the Economy. Agriculture affects the economy as follows. On this slide we have Employment and GDP and exports.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 on the Economy. On this slide we have Food and industry.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 on the Environment. Agriculture affects the environment as follows. On this slide we have Short-term effects and Long-term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 on the Environment. On this slide we have Positive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positive impacts of agriculture on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employment and exports.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long-term negative effects on the environment.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soil erosion and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GDP; number 2, pollute; number 3,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one positive and one negative impact of farming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Sustainable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30: THE IMPACT OF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Impact of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Employment, Gross Domestic Product (GDP), pollution.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Impact on the economy; impact on the environment (long and short term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positive and negative impacts of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The Green Revolution):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whether he uses improved seeds or fertilisers and what results he gets.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 farmer uses improved maize seeds and NPK fertiliser; his harvest rose from 1 to 3 tonnes per hectare, but the inputs are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 of agriculture on the economy.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impact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short-term and long-term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Cameroonians are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cocoa and cotton.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Chemicals can pollute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employs most people in Cameroon and brings money from cocoa and cotton exports. But bush fires, clearing and chemicals damage soils, forests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has both good and bad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many people (also brings export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pollute rivers (also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in ways that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weigh the benefits and costs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ON THE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Cotton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impacts of agriculture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most people and brings foreign currency from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ON THE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factory processing farm products.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agriculture help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raw materials to industries such as textiles, breweries and oil mills.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SHORT-TERM ENVIRONMENTAL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pesticides.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SHORT-TERM ENVIRONMENTAL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short-term effects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SHORT-TERM ENVIRONMENTAL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pollution by chemicals and smoke from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ENVIRONMENTAL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ENVIRONMENTAL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long-term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ENVIRONMENTAL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erosion and deforestation (also loss of biodiversity,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gri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effect of agriculture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and agroforestry protect the soil and landscapes.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Impact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 on the Economy</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affects the economy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most of the working population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GDP and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contributes to the Gross Domestic Product and brings foreign currency from cocoa, coffee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 on the Economy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and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 and supplies raw materials to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Impact on the Environment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affects the environment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Short-term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pollute water and bush fires pollute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Long-term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soil erosion, desertification and loss of biodiversity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Impact on the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agroforestry and organic farming protect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Impact on the Environment</a:t>
            </a:r>
            <a:endParaRPr lang="en-US" sz="3600" dirty="0"/>
          </a:p>
        </p:txBody>
      </p:sp>
      <p:pic>
        <p:nvPicPr>
          <p:cNvPr id="4" name="Image 0" descr="/home/claude/f4/img/v2/agri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impacts of agriculture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Employment and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long-term negative effects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erosion and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total value of goods and services of a country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Chemicals can ______ rivers.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Clearing forests for farms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one positive and one negative impact of farming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Sustainable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Impact of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impact of agriculture on the economy. Explain its impact on the environment. Distinguish short-term and long-term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positive and negative impacts of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Impact on the Economy; Impact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one positive and one negative impact of farming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exports.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agro-industries.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2026-09-27T14:07:43Z</dcterms:created>
  <dcterms:modified xsi:type="dcterms:W3CDTF">2026-09-27T14:07:43Z</dcterms:modified>
</cp:coreProperties>
</file>