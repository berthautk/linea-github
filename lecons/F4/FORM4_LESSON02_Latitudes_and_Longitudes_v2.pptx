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2: Earth Divisions: Latitudes and Longitudes.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numbers near Garoua on the map of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circle with five lines across it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lines from the top to the bottom of a circle.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grid on the board and place a dot for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Equator 2. Greenwich 3. latitude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Divisions: Latitudes and Longitudes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Location and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Earth Divisions: Latitudes and Longitudes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Latitude, longitude, parallel, meridian, hemisphere, coordinates.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Latitudes and longitudes: definition, major lines, characteristics, differences; geographical coordinates.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and write the geographical coordinates of a place, such as Garoua, on a map or on a phone.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latitude and longitude.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major lines of latitude and longitude.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characteristics of latitudes and longitudes and their differences.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geographical coordinates of a place.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is an oblate spheroid.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moves around the Earth and causes tides.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Equator is the line around the middle of the Earth.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Ibrahim's cousin in Douala sends a parcel to Japan. On his phone, he shows Tokyo: "35° N, 139° E". Ibrahim does not understand what these numbers mean.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Ibrahim does not understand the numbers that show a place.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N and E mean?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North and East.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these two numbers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latitude and the longitude.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find any place on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LATITUDES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atitud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lines of latitude.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LATITUDES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line in the middle of the Earth. What is its value?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LATITUDES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Equator. Its value is 0°.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LONGITUDES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ongitud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Lines of longitude.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LONGITUDES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the lines of longitude meet? Name the line of 0°.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LONGITUDES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meet at the poles. The line of 0° is the Greenwich Meridian.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COORDINATES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cameroon_gri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with lines of latitude and longitude.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COORDINATES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Garoua is at about 9° N and 13° E. What do these numbers mean?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COORDINATES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9° north of the Equator and 13° east of Greenwich.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 Divisions: Latitudes and Longitudes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Location and Time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2: Earth Divisions: Latitudes and Longitudes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distance north or south of the Equator.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Longitude: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distance east or west of Greenwich.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the latitude and the longitude of a place.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Latitudes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Equator: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0°.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Tropics: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23½° N (Cancer) and 23½° S (Capricorn).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Polar circles: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66½° N and 66½° 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Characteristic: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Latitudes are parallel and never meet.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Latitudes (2/2)</a:t>
            </a:r>
            <a:endParaRPr lang="en-US" sz="3600" dirty="0"/>
          </a:p>
        </p:txBody>
      </p:sp>
      <p:pic>
        <p:nvPicPr>
          <p:cNvPr id="13" name="Image 0" descr="/home/claude/f4/img/v2/latitud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five main lines.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Longitudes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Greenwich Meridian: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0°.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Opposite line: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180°.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Characteristic: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Longitudes meet at the poles.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Coordinates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Order: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write the latitude first.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Example: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Garoua: 9° N, 13° 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value of the Equator?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0°.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difference between latitudes and longitudes.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Latitudes never meet; longitudes meet at the poles.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line of 0° latitude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line of 0° longitude is the ______ Meridian.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write the ______ first, then the longitude.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 or listen to news about a flight from Douala to Paris or to Dubai. Write the name of the route and ask an adult why aeroplanes do not always fly in a straight line on a flat map.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3: Great Circles and the International Date Line.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longitude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parallèle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méridien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L'équateur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Hemisphere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L'hémisphère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pôle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coordonnées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Earth Divisions: Latitudes and Longitudes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latitude and longitude. Name the major lines of latitude and longitude. Give the characteristics of latitudes and longitudes and their differences. Write the geographical coordinates of a place.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and write the geographical coordinates of a place, such as Garoua, on a map or on a phone.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Latitude, Longitude, Coordinates; II. Latitudes: Equator, Tropics, Polar circles, Characteristic; III. Longitudes: Greenwich Meridian, Opposite line, Characteristic; IV. Coordinates: Order, Example.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or listen to news about a flight from Douala to Paris or to Dubai. Write the name of the route and ask an adult why aeroplanes do not always fly in a straight line on a flat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2026-09-26T10:44:19Z</dcterms:created>
  <dcterms:modified xsi:type="dcterms:W3CDTF">2026-09-26T10:44:19Z</dcterms:modified>
</cp:coreProperties>
</file>