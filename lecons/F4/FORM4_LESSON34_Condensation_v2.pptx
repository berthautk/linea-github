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34: Condensation.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drops of water seen early in the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bring a cold bottle to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foggy morning on the Adamawa plateau.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very tall cloud with a flat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condensation 2. dew 3. fog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of Condensation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Condensation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Drizzle, precipitation, hail, cloud, fog, dew, mist.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condensation; forms of condensation.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drops of water that appear on cold objects, grass and windows, and to drive or walk carefully in fog.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condensation, saturation and dew point.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conditions necessary for condensation.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forms of condensation near the ground and in the atmosphere.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is the amount of water vapour in the air.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measured with a hygrometer and given in percent.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air can hold more water vapour than cold air.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hot afternoon, Yaya takes a cold bottle out of the refrigerator. After a few minutes, drops of water cover the outside of the bottle. The bottle is closed.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Yaya does not know where the drops come from.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water from?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water vapour in the air.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changed it into drops?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bottle cooled the air.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clouds, fog and dew form.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coldbo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Drops of water on a cold bottle.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 change of water vapour into drops of water?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Condensation.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794956"/>
            <a:ext cx="11640312" cy="431964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in the valleys in the morning.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fog?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cloud at ground level.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tall storm cloud.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cloud brings heavy rain and thunder.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cumulonimbus cloud.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Forms of Condensation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34: Condensation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water vapour into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Dew point: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temperature at which condensation starts.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cloud at ground level.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Conditions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Moist air: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has water vapour.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Cooling: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cools to the dew point.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Small particles: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helps drops to form.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Forms of Condensation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Drops on grass in the morning.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Fog and mist: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at ground level.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Clouds: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Cumulus, stratus, cirrus, cumulonimbus.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Frost: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 when it is very cold.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condensation?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change of water vapour into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cloud brings thunderstorms?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cumulonimbus.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becoming water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Drops on grass in the morning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cloud at ground level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next rain, put an empty tin with straight sides in an open place. After the rain, measure the depth of water in it with a ruler, in millimetres.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35: Precipitation.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condensation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vapour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vapeur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Dew point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point de rosée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givre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brouillard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brume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nuage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Condensation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condensation, saturation and dew point. State the conditions necessary for condensation. Describe the forms of condensation near the ground and in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drops of water that appear on cold objects, grass and windows, and to drive or walk carefully in fog.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Condensation, Dew point, Fog; II. Conditions: Moist air, Cooling, Small particles; III. Forms of Condensation: Dew, Fog and mist, Clouds, Frost.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 the next rain, put an empty tin with straight sides in an open place. After the rain, measure the depth of water in it with a ruler, in millimetres.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“water bottle” by Muffet, CC BY 2.0, via Flickr (https://www.flickr.com/photos/53133240@N00/542497582)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“Mist” by Art by MarkAC, CC BY-SA 2.0, via Flickr (https://www.flickr.com/photos/60580775@N08/40783321332)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2026-09-27T04:25:20Z</dcterms:created>
  <dcterms:modified xsi:type="dcterms:W3CDTF">2026-09-27T04:25:20Z</dcterms:modified>
</cp:coreProperties>
</file>