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Pressure and Winds. The key notions we shall use today are: land and sea breezes, monsoon, mountain and valley winds. At the end, you should be able to do this: learners are able to explain the daily change of winds at the coast and in the mountains, and to use this knowledge for fishing, farming 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36: Pressure Belts and Planetary Winds. The question was: Ask someone who has lived by the sea (Douala, Kribi or Limbe) or in the mountains (Buea, Mokolo) whether the wind changes between day and night. Write down what they say.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By the sea, the wind blows from the sea by day (sea breeze) and from the land at night (land breeze). In the mountains, it blows up the slopes by day and down the slopes at night.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local wind. Number 2: explain land and sea breezes. Number 3: explain mountain and valley breezes. Number 4: explain the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Pressure belts are zones of high or low pressure around the Earth. Planetary winds blow from high to low pressure, like the Trade Winds. The rotation of the Earth deflects winds (Ferrel's law).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Kribi, fishermen leave the beach very early, before sunrise, and come back in the afternoon. They say the wind pushes their canoes to the sea in the morning and back to land later.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the wind changes direction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 the fishermen leave?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Early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brings them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 breeze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fishermen use the land breeze at night and the sea breeze by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winds that blow over small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wind by day and by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By day, does the wind blow from the sea or from the land? And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Day: from the sea (sea breeze). Night: from the land (land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in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fishermen leave early in the morning?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breeze pushes the canoes to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winds in a valley by day and by night.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 blows up the slopes by 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valley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Local Winds. The main local winds are the following. On this slide we have Sea breeze and Land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Local Winds. On this slide we have Valley breeze and Mountain breeze.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sea breeze.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the sea breeze blow by day?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land heats faster than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wind blows down the slopes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mountain breeze.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sea; number 2, land; number 3,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temperature of Garoua with that of Ngaoundéré (ask an adult who has travelled there). Write one sentence to say which town is cooler and one possible reason.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38: Factors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37: LOCAL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37: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and sea breezes, monsoon, mountain and valley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local winds; types of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36: Pressure Belts and Planetary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by the sea (Douala, Kribi or Limbe) or in the mountains (Buea, Mokolo) whether the wind changes between day and night.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 sea, the wind blows from the sea by day (sea breeze) and from the land at night (land breeze). In the mountains, it blows up the slopes by day and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local wind.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sea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mountain and valley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Pressure belts are zones of high or low pressure around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Planetary winds blow from high to low pressure, like the Trade Winds.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rotation of the Earth deflects winds (Ferrel's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Kribi, fishermen leave the beach very early, before sunrise, and come back in the afternoon. They say the wind pushes their canoes to the sea in the morning and back to land later.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the wind changes direction during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the fishermen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in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them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use the land breeze at night and the sea breeze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winds that blow over small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wind by day and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does the wind blow from the sea or from the land? And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from the sea (sea breeze). Night: from the land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fishermen leave early in the morning?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 pushes the canoes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MOUNTAIN AND VALLEY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ountain_vall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Winds in a valley by day and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MOUNTAIN AND VALLEY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up the slopes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MOUNTAIN AND VALLEY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and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wind that blows over a small area for a short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Local Winds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local winds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land is hotter than the sea, so cool air blows from the sea to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the sea is warmer than the land, so air blows from the land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Local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Valley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warm air rises up the mountain slopes from the valley.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cold air flows down the slopes into the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Local Winds</a:t>
            </a:r>
            <a:endParaRPr lang="en-US" sz="3600" dirty="0"/>
          </a:p>
        </p:txBody>
      </p:sp>
      <p:pic>
        <p:nvPicPr>
          <p:cNvPr id="4" name="Image 0" descr="/home/claude/f4/img/v2/seabreeze_day.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sea breeze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sea breeze blow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heats faster than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mountain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By day, the ______ breeze blows from the sea.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night, the ______ breeze blows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 that blows up the slopes by day is the ______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Garoua with that of Ngaoundéré (ask an adult who has travelled there). Write one sentence to say which town is cooler and one possible reason.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local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Valley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vallée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local wind. Explain land and sea breezes. Explain mountain and valley breezes. Explain the monsoon.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daily change of winds at the coast and in the mountains, and to use this knowledge for fishing, farming or building.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temperature of Garoua with that of Ngaoundéré (ask an adult who has travelled there). Write one sentence to say which town is cooler and one possible reason.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sea and the land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situation of Kribi.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Mandara Mountains near Mokolo.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