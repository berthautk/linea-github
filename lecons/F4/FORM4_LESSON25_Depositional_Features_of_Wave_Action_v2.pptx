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25: Main Depositional Features of Wave Action.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the homework: the sand in the tray.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a zigzag line along a beach.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a coast with a finger of sand.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an island joined to the coast by sand.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longshore 2. spit 3. tombolo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 4 GEOGRAPHY  —  LESSON 25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Depositional Features of Wave Action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 Processes, Landforms and Impacts on Man — Wave Action along the Coast and Impacts on Man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minutes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 Processes, Landforms and Impacts on Man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Wave Action along the Coast and Impacts on Man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25: Main Depositional Features of Wave Action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Beach, spits, bars, tombolos, longshore drift.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Major depositional process (longshore drift); depositional features.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how beaches and spits are built, and why sand moves along a coast.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longshore drift.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formation of beaches, spits, bars and tombolos.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examples of these features.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Constructive waves build beaches.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Waves erode rocky coasts and form cliffs, caves, arches and stacks.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swash goes up the beach; the backwash goes down.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Kribi, Maïmouna builds a sandcastle. The waves reach the beach at an angle. After an hour, some sand of her castle has moved along the beach.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Maïmouna does not know why the sand moved along the beach.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 the waves reach the beach?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 an angle.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 we call this movement of sand?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Longshore drift.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know the landforms made when waves drop sand.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LONGSHORE DRIFT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longshore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Animation: sand moves along the beach.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LONGSHORE DRIFT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the sand move along the beach?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LONGSHORE DRIFT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swash pushes it up at an angle; the backwash brings it straight down.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SPITS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4_spi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long, narrow strip of sand and land in the sea (England).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SPITS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strip of sand is joined to the land at one end. What is it?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SPITS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spit.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TOMBOLOS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4_tombol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Sand joins an island to the land.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TOMBOLOS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 we call sand that joins an island to the land?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TOMBOLOS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tombolo.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Main Depositional Features of Wave Action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Denudation Processes, Landforms and Impacts on Man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Wave Action along the Coast and Impacts on Man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25: Main Depositional Features of Wave Action</a:t>
            </a:r>
            <a:endParaRPr lang="en-US" sz="3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Longshore drift: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movement of sand along the beach.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Beach: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sand and pebbles between low and high tide.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Spit: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strip of sand joined to the land at one end.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Tombolo: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sand that joins an island to the land.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Longshore Drift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Step 1: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Waves reach the beach at an angle.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Step 2: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swash pushes sand up at an angle.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Step 3: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backwash brings it straight down.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Step 4: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sand moves along in zigzags.</a:t>
            </a:r>
            <a:endParaRPr lang="en-US" sz="4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Longshore Drift (2/2)</a:t>
            </a:r>
            <a:endParaRPr lang="en-US" sz="3600" dirty="0"/>
          </a:p>
        </p:txBody>
      </p:sp>
      <p:pic>
        <p:nvPicPr>
          <p:cNvPr id="13" name="Image 0" descr="/home/claude/f4/img/v2/longshore_la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zigzag of longshore drift.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Depositional Features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Beaches: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Like Kribi and Limbe.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Spits: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Fingers of sand in the sea.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Bars: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Sand across a bay.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Tombolos: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Sand to an island.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longshore drift?</a:t>
            </a:r>
            <a:endParaRPr lang="en-US" sz="4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movement of sand along the beach by waves.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difference between a spit and a bar?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spit is joined at one end; a bar closes a bay.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movement of sand along the beach is ______ drift.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strip of sand joined at one end is a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Sand joining an island to the land is a ______.</a:t>
            </a:r>
            <a:endParaRPr lang="en-US" sz="3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List five goods sold in the market of Garoua that come from abroad. Ask a trader through which port they entered Cameroon.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26: Impact of Wave Action on Human Development along Coastal Areas.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Longshore drift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dérive littorale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Beach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plage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Spit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flèche littorale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cordon littoral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Lagoon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lagune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Tombolo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tombolo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sable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Pebble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galet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 Processes, Landforms and Impacts on Man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25: Main Depositional Features of Wave Action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 longshore drift. Explain the formation of beaches, spits, bars and tombolos. Give examples of these features.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how beaches and spits are built, and why sand moves along a coast.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Longshore drift, Beach, Spit, Tombolo; II. Longshore Drift: Step 1, Step 2, Step 3, Step 4; III. Depositional Features: Beaches, Spits, Bars, Tombolos.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 five goods sold in the market of Garoua that come from abroad. Ask a trader through which port they entered Cameroon.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5 min | Situation 5 min | 3 activities 12 min | Board summary (copying) 15 min | Evaluation, homework 5 min | Logbook 5 min | Spare 3 min</a:t>
            </a:r>
            <a:endParaRPr lang="en-US" sz="2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1 is an animation (GIF): it plays automatically in slide-show mode.</a:t>
            </a:r>
            <a:endParaRPr lang="en-US" sz="2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 (MINESEC), Form 4 — Denudation Processes, Landforms and Impacts on Man.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lesson notes (Form 4), checked and corrected where necessary.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“Coastal defences no longer being maintained - Why? Spurn Head, Yorkshi” by Richard Allaway, CC BY 2.0, via Flickr (https://www.flickr.com/photos/16287002@N00/6605676971)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“2017_04_10_lhr-ewr_083” by dsearls, CC BY 2.0, via Flickr (https://www.flickr.com/photos/52614599@N00/33953233846)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2026-09-26T10:44:22Z</dcterms:created>
  <dcterms:modified xsi:type="dcterms:W3CDTF">2026-09-26T10:44:22Z</dcterms:modified>
</cp:coreProperties>
</file>