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25: Main Depositional Features of Wave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sand in the tray.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zigzag line along a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coast with a finger of 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an island joined to the coast by 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longshore 2. spit 3. tombolo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25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Depositional Features of Wave Action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Wave Action along the Coast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Action along the Coast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25: Main Depositional Features of Wave 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Beach, spits, bars, tombolos, longshore drift.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depositional process (longshore drift); depositional features.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beaches and spits are built, and why sand moves along a coast.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longshore drift.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formation of beaches, spits, bars and tombolos.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examples of these features.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waves build beaches.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erode rocky coasts and form cliffs, caves, arches and stacks.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swash goes up the beach; the backwash goes down.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Kribi, Maïmouna builds a sandcastle. The waves reach the beach at an angle. After an hour, some sand of her castle has moved along the beach.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Maïmouna does not know why the sand moved along the beach.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the waves reach the beach?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an angle.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this movement of sand?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Longshore drift.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landforms made when waves drop sand.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LONGSHORE DRIFT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longshor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sand moves along the beach.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LONGSHORE DRIFT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the sand move along the beach?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LONGSHORE DRIFT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swash pushes it up at an angle; the backwash brings it straight down.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SPITS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sp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long, narrow strip of sand and land in the sea (England).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SPITS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strip of sand is joined to the land at one end. What is it?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SPITS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spit.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TOMBOLOS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tombol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joins an island to the land.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TOMBOLOS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sand that joins an island to the land?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TOMBOLOS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tombolo.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Depositional Features of Wave Action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Wave Action along the Coast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25: Main Depositional Features of Wave Action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Longshore drift: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sand along the beach.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Beach: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sand and pebbles between low and high tide.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strip of sand joined to the land at one end.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Tombolo: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sand that joins an island to the land.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Longshore Drift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reach the beach at an angle.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swash pushes sand up at an angle.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backwash brings it straight down.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sand moves along in zigzags.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Longshore Drift (2/2)</a:t>
            </a:r>
            <a:endParaRPr lang="en-US" sz="3600" dirty="0"/>
          </a:p>
        </p:txBody>
      </p:sp>
      <p:pic>
        <p:nvPicPr>
          <p:cNvPr id="13" name="Image 0" descr="/home/claude/f4/img/v2/longshore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zigzag of longshore drift.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Depositional Features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Beaches: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Like Kribi and Limbe.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Spits: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Fingers of sand in the sea.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Bars: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across a bay.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Tombolos: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to an island.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longshore drift?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movement of sand along the beach by waves.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difference between a spit and a bar?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spit is joined at one end; a bar closes a bay.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movement of sand along the beach is ______ drift.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strip of sand joined at one end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joining an island to the land is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five goods sold in the market of Garoua that come from abroad. Ask a trader through which port they entered Cameroon.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26: Impact of Wave Action on Human Development along Coastal Areas.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Longshore drift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dérive littorale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flèche littorale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cordon littoral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Lagoon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lagune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Tombolo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tombolo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Pebble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galet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25: Main Depositional Features of Wave Action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longshore drift. Explain the formation of beaches, spits, bars and tombolos. Give examples of these features.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beaches and spits are built, and why sand moves along a coast.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Longshore drift, Beach, Spit, Tombolo; II. Longshore Drift: Step 1, Step 2, Step 3, Step 4; III. Depositional Features: Beaches, Spits, Bars, Tombolos.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five goods sold in the market of Garoua that come from abroad. Ask a trader through which port they entered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“Coastal defences no longer being maintained - Why? Spurn Head, Yorkshi” by Richard Allaway, CC BY 2.0, via Flickr (https://www.flickr.com/photos/16287002@N00/6605676971)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“2017_04_10_lhr-ewr_083” by dsearls, CC BY 2.0, via Flickr (https://www.flickr.com/photos/52614599@N00/33953233846)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2026-09-27T04:25:18Z</dcterms:created>
  <dcterms:modified xsi:type="dcterms:W3CDTF">2026-09-27T04:25:18Z</dcterms:modified>
</cp:coreProperties>
</file>