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41: Floods, Droughts and Desertification.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floods or dry years in the family's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flood of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year when the rains stopped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zaï pits of the Sahel.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drought 2. desertification 3. Lagdo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41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Floods, Droughts and Desertification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of Climate and Hydrological Related Hazards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Hydro-climatic Hazards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41: Floods, Droughts and Desertification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Floods, droughts, desertification.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(definition and area of occurrence); causes; effects; adaptations and mitigations.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risks of floods and drought in their area and to take actions to protect their families, crops and land.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floods, droughts and desertification and give their areas of occurrence.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their causes.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their effects.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adaptation and mitigation measures.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warming is the long-term rise of the Earth's temperature.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droughts and floods more frequent.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reduces its causes; adaptation helps people to live with its effects.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September 2012, floods destroyed villages along the Benue near Garoua. Six months later, in the Far North, the rains stopped early and the crops dried up.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North suffers from both floods and droughts.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happened in 2012?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Floods along the Benue.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happened in the Far North?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drought: the rains stopped early.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floods, droughts and desertification.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FLOODS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floodvi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flooded street.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FLOODS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causes of floods along the Benue.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FLOODS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rain and water released from the Lagdo Dam.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DROUGHT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drou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Dry, cracked soil in a drought.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DROUGHT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a drought and desertification?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DROUGHT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drought is a period without rain; desertification is the spread of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z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dig small pits (zaï) to keep water for plants.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these pits help farmers in dry areas?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keep water and manure near the plants.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Floods, Droughts and Desertification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Management of Climate and Hydrological Related Hazards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Hydro-climatic Hazards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41: Floods, Droughts and Desertification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water covers dry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Drought: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long period without enough rain.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Desertification: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spread of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Causes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Floods: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rain and dam releases.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Drought: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and irregular rain.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Desertification: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Overgrazing, cutting trees, bush fires.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Effects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Floods: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Houses and crops destroyed.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Drought: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Hunger and loss of animals.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Desertification: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land becomes poor.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Solutions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Floods: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Dykes, drains and warnings.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Drought: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Irrigation and good seeds.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Desertification: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 planting (Sahel Vert).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desertification?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spread of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way to fight desertification.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trees (or stop overgrazing).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long period without enough rain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spread of the desert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2012, water from the ______ Dam flooded villages.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 how many buckets (or litres) of water your family uses in one day, and list the main uses (drinking, cooking, washing).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42: Water Scarcity.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Drought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sécheresse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Desertification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désertification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Floodplain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plaine d'inondation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digue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famine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Overgrazing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surpâturage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L'alerte précoce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of Climate and Hydrological Related Hazards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41: Floods, Droughts and Desertification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floods, droughts and desertification and give their areas of occurrence. Explain their causes. Describe their effects. Propose adaptation and mitigation measures.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risks of floods and drought in their area and to take actions to protect their families, crops and land.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Flood, Drought, Desertification; II. Causes: Floods, Drought, Desertification; III. Effects: Floods, Drought, Desertification; IV. Solutions: Floods, Drought, Desertification.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how many buckets (or litres) of water your family uses in one day, and list the main uses (drinking, cooking, washing).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MINEPDED: Opération Sahel Vert; African Union: Great Green Wall.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“Flood in Accra” by Stig Nygaard, CC BY 2.0, via Flickr (https://www.flickr.com/photos/10259776@N00/181742000)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“Imagine a world without trees” by aloshbennett, CC BY 2.0, via Flickr (https://www.flickr.com/photos/13203757@N00/3480223314)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“Women sowing okra in zai holes” by abossuet, CC BY-NC 2.0, via Flickr (https://www.flickr.com/photos/30450178@N07/7175750825)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2026-09-27T04:25:20Z</dcterms:created>
  <dcterms:modified xsi:type="dcterms:W3CDTF">2026-09-27T04:25:20Z</dcterms:modified>
</cp:coreProperties>
</file>