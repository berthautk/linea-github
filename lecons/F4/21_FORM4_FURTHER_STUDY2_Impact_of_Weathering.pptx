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Further Study 2: The Impact of Weathering on the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Denudation Processes, Landforms and Impacts on Man — Weathering Processes: The Products and Impacts on Man.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 Processes, Landforms and Impacts on Man, and the sub-topic is Weathering Processes: The Products and Impacts on Man. The key notions we shall use today are: soil formation, regolith, mineral deposits, mass movement, leaching. At the end, you should be able to do this: learners are able to explain how weathering gives soils and resources, and to take simple measures against rockfalls and the decay of buildings.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17: Chemical Weathering Processes and Products. The question was: Ask a farmer in your family where the soil of his farm comes from, and ask if he has seen rocks fall or roads blocked after heavy rain. Write his answers.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soil comes from the weathering of the rocks under and around the farm, mixed with rotting plants. After heavy rain, rocks and soil can slide and block roads (landslides).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the positive impacts of weathering. Number 2: explain the negative impacts of weathering. Number 3: suggest measures to reduce the negative impacts.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Physical weathering breaks rocks into pieces. Chemical weathering changes the minerals of rocks. Hydrolysis changes feldspar into clay.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Djaouro's uncle says that his rich soil came from rocks that broke down over thousands of years. But last rainy season, rocks fell from a hill and blocked the road to his farm.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Weathering gives good soil but also causes rockfalls.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good about weathering?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makes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bad about it?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Weathered rocks can fall and block roads.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plant trees and grass to hold the soil and build with good drains.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good and bad effects of weathering.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a soil profile.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How does weathering make soil?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Rocks break down and mix with humus.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landslide on a road.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do landslides often happen after heavy rain?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Weathered soil gets wet and heavy, and slides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steps (terraces) on a hillside.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 these steps protect the slope?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slow the water and hold the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Soil and Landslide.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Positive Impacts of Weathering. Weathering has the following positive impacts. On this slide we have Soils and Minerals.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Positive Impacts of Weathering. On this slide we have Building materials and Landforms.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 soil profile.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Negative Impacts of Weathering. Weathering has the following negative impacts. On this slide we have Mass movement and Damage to buildings.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Negative Impacts of Weathering. On this slide we have Loss of soil fertility.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Measures. The negative impacts can be reduced with the following measures. On this slide we have Plant cover and Terraces.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Measures. On this slide we have Good buildings.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one positive impact of weathering.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makes soil.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measure against landslides.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plant trees on slopes (or build terraces).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soil; number 2, landslide; number 3, terraces.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Watch the Benue or a stream near your home. Write how fast the water flows, what it carries, and whether it is wide or narrow.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18: Action of Rivers on the Landscape.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FURTHER STUDY 2: THE IMPACT OF WEATHERING ON THE ENVIRONMENT</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Further Study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Impact of Weathering on the Environment</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Denudation Processes, Landforms and Impacts on Man — Weathering Processes: The Products and Impacts on Man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 Processes, Landforms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Weathering Processes: The Products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Further Study 2: The Impact of Weathering on the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formation, regolith, mineral deposits, mass movement, leaching.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Positive impacts of weathering (soils, minerals, landforms) and negative impacts (mass movement, damage to buildings, loss of soil fertility).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how weathering gives soils and resources, and to take simple measures against rockfalls and the decay of buildings.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17: Chemical Weathering Processes and Products):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a farmer in your family where the soil of his farm comes from, and ask if he has seen rocks fall or roads blocked after heavy rain. Write his answers.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soil comes from the weathering of the rocks under and around the farm, mixed with rotting plants. After heavy rain, rocks and soil can slide and block roads (landslides).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positive impacts of weathering.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negative impacts of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Suggest measures to reduce the negative impacts.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Physical weathering breaks rocks into pieces.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Chemical weathering changes the minerals of rocks.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Hydrolysis changes feldspar into clay.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Djaouro's uncle says that his rich soil came from rocks that broke down over thousands of years. But last rainy season, rocks fell from a hill and blocked the road to his farm.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Weathering gives good soil but also causes rockfalls.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good about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makes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bad about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Weathered rocks can fall and block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 trees and grass to hold the soil and build with good drains.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good and bad effects of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POSITIVE IMPACTS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oil_profi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soil profile.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POSITIVE IMPACTS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weathering make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POSITIVE IMPACTS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Rocks break down and mix with humus.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NEGATIVE IMPACTS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landslid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landslide on a road.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NEGATIVE IMPACTS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landslides often happen after heavy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NEGATIVE IMPACTS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Weathered soil gets wet and heavy, and slides down.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MEASURES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terrace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Steps (terraces) on a hillside.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MEASURES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these steps protect the slope?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MEASURES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slow the water and hold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Denudation Processes, Landforms and Impacts on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Weathering Processes: The Products and Impacts on Man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2: The Impact of Weathering on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top layer of the land where plants grow.</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Landslide: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sudden sliding of soil and rocks down a slope.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Positive Impacts of Weathering</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Weathering has the following positive impacts: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Weathering produces the soils used for farming.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Minerals: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Weathering concentrates minerals such as the bauxite of Minim-Martap.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Positive Impacts of Weathering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Building materials: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Weathering produces sand and clay used for building.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Landforms: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Weathering shapes landforms such as caves and inselbergs that attract tourists.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Positive Impacts of Weathering</a:t>
            </a:r>
            <a:endParaRPr lang="en-US" sz="3600" dirty="0"/>
          </a:p>
        </p:txBody>
      </p:sp>
      <p:pic>
        <p:nvPicPr>
          <p:cNvPr id="4" name="Image 0" descr="/home/claude/f4/img/v2/soil_profi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 soil profile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Negative Impacts of Weathering</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Weathering has the following negative impacts: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Mass movement: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Weathered material slides down slopes and blocks roads and destroys houses.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Damage to buildings: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Weathering cracks walls, roads and monuments.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Negative Impacts of Weathering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Loss of soil fertility: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Heavy rain washes plant food out of the soil (leaching).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Measures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negative impacts can be reduced with the following measures: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Plant cover: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Trees and grass hold the soil on slopes.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Terraces: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Terraces slow down running water on slopes.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Measures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Good buildings: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Strong walls and good drains protect buildings.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positive impact of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makes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measure against landslides.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 trees on slopes (or build terraces).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Weathering helps to form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Soil sliding down a slope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Steps built on a hillside are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Watch the Benue or a stream near your home. Write how fast the water flows, what it carries, and whether it is wide or narrow.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18: Action of Rivers on the Landscape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sol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Humus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L'humus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Bedrock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roche mère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Landslide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glissement de terrain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Rockfall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L'éboulement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Leaching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lessivage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Bauxite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bauxite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Fertility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fertilité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 Processes, Landforms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Further Study 2: The Impact of Weathering on the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positive impacts of weathering. Explain the negative impacts of weathering. Suggest measures to reduce the negative impacts.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how weathering gives soils and resources, and to take simple measures against rockfalls and the decay of buildings.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Positive Impacts of Weathering; Negative Impacts of Weathering; Measures.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Watch the Benue or a stream near your home. Write how fast the water flows, what it carries, and whether it is wide or narrow.</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dig a small hole and show the layers.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a landslide in the West or South-West regions.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terraces in the Mandara Mountains.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Denudation Processes, Landforms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“Siuslaw National Forest, landslide, road failure.jpg” by Forest Service Pacific Northwest Region, Public domain 1.0, via Flickr (https://www.flickr.com/photos/135886671@N08/36218241110)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“Terraced Hillside” by AdamCohn, CC BY-NC-ND 2.0, via Flickr (https://www.flickr.com/photos/96142515@N00/6311042523)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2026-09-27T10:32:01Z</dcterms:created>
  <dcterms:modified xsi:type="dcterms:W3CDTF">2026-09-27T10:32:01Z</dcterms:modified>
</cp:coreProperties>
</file>