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Arable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food crops, cash crops, subsistence farming, commercial farming. At the end, you should be able to do this: learners are able to describe arable farming in Cameroon and locate its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Spatial Patterns of Agriculture: Von Thünen's Model of Agricultural Land Use. The question was: Draw the land use around your town or village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vegetable gardens and dairy near town, then maize and cotton fields, then bush pasture for cattle — similar to Von Thünen, though rivers and roads distort the rings.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subsistence farming in Cameroon. Number 2: describe commercial farming in Cameroon. Number 3: locate the main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Farmers grow food crops and cash crops. Cocoa grows in the south and cotton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 farmers grow cassava and plantains for the family and cocoa for sale. In the North, farmers grow sorghum and maize to eat and cotton to sell to SODECOTON.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arable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food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 and sorghum (also plantains,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cash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Cocoa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local farmers by buying local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farming that feeds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subsistence farming? Name three food crops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to feed the family; cassava, maize and sorghum (also plantains, 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subsistence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farms and simple tools with family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commercial farming? Name three cash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for sale; cocoa, coffee and cotton (also bananas, oil palm, rubber).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agro-industrial companies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CDC and SODECOTON (also SOCAPALM, SOSUCAM).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farming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are cocoa, coffee and cotton grown?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in the Centre and South; arabica coffee in the West; cotton in the North and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Subsistence Farming. Subsistence farming in Cameroon has the following characteristics. On this slide we have Purpose and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Subsistence Farming. On this slide we have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Commercial Farming. Commercial farming in Cameroon has the following characteristics. On this slide we have Small-holder cash crops and Plantations.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Commercial Farming.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farming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subsistence and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subsistence feeds the family; commercial farming sells the produce.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cotton grown?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North and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subsistence; number 2, SODECOTON; number 3,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food crops and cash crops grown in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Pastoral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ARABLE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Arable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Arable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crops, cash crops, subsistence farming,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Subsistence and commercial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Spatial Patterns of Agriculture: Von Thünen's Model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and dairy near town, then maize and cotton fields, then bush pasture for cattle — similar to Von Thünen, though rivers and roads distort the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subsistence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commercial farming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food crops and cash crops.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grows in the south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farmers grow cassava and plantains for the family and cocoa for sale. In the North, farmers grow sorghum and maize to eat and cotton to sell to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arable farming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sorghum (also plantains,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local farmers by buying local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farming that feeds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subsistence farming? Name three food crops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to feed the family; cassava, maize and sorghum (also plantains, 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subsistence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SUBSISTENCE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farms and simple tools with family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commercial farming? Name three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COMMERCIAL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for sale; cocoa, coffee and cotton (also bananas, oil palm,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CDC and SODECOTON (also SOCAPALM, SOSUCAM).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cocoa, coffee and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in the Centre and South; arabica coffee in the West; cotton 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Subsistence farming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food mainly to feed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cassava, plantains and cocoyams in the south and sorghum, millet and maize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Subsistence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small, with hoes, family labour and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Commercial farming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Small-holder cash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cocoa, coffee and cotton for sale.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such as the CDC, SOCAPALM and SOSUCAM grow bananas, oil palm, rubber and sugar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grows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Commercial Farming</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farming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subsistence and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feeds the family; commercial farming sells the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cotton grown?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and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to feed the family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bought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Arabica coffee is grown in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Cassava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manioc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Coffee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café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Arable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subsistence farming in Cameroon. Describe commercial farming in Cameroon. Locate the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arable farming in Cameroon and locate its main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Subsistence Farming; Commercial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food crops and cash crops grown in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family farms.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exports.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companies.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2026-09-27T14:07:43Z</dcterms:created>
  <dcterms:modified xsi:type="dcterms:W3CDTF">2026-09-27T14:07:43Z</dcterms:modified>
</cp:coreProperties>
</file>