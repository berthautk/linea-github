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Arable Agriculture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Economic Development Potentials of Cameroon in the Primary Sector: Agriculture. The key notions we shall use today are: food crops, cash crops, subsistence farming, commercial farming. At the end, you should be able to do this: learners are able to describe arable farming in Cameroon and locate its main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Spatial Patterns of Agriculture: Von Thünen's Model of Agricultural Land Use. The question was: Draw the land use around your town or village and compare it with Von Thünen's rings.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Garoua: vegetable gardens and dairy near town, then maize and cotton fields, then bush pasture for cattle — similar to Von Thünen, though rivers and roads distort the rings.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subsistence farming in Cameroon. Number 2: describe commercial farming in Cameroon. Number 3: locate the main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forest and savanna regions. Farmers grow food crops and cash crops. Cocoa grows in the south and cotton in the north.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South, farmers grow cassava and plantains for the family and cocoa for sale. In the North, farmers grow sorghum and maize to eat and cotton to sell to SODECOTON.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describe arable farming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food crops.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Cassava and sorghum (also plantains,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cash crops.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Cocoa and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local farmers by buying local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farming that feeds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food crop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subsistence farming? Name three food crops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to feed the family; cassava, maize and sorghum (also plantains, yams).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maize.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characteristics of subsistence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farms and simple tools with family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drying cocoa.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commercial farming? Name three cash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for sale; cocoa, coffee and cotton (also bananas, oil palm, rubber).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banana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agro-industrial companies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CDC and SODECOTON (also SOCAPALM, SOSUCAM).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farming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are cocoa, coffee and cotton grown?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Cocoa in the Centre and South; arabica coffee in the West; cotton in the North and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Subsistence Farming. Subsistence farming in Cameroon has the following characteristics. On this slide we have Purpose and Crops.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Subsistence Farming. On this slide we have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Commercial Farming. The characteristics and distribution of commercial farming in Cameroon are the following. On this slide we have Small-holder cash crops.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Commercial Farming. On this slide we have Plantations and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farming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subsistence and commercial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subsistence feeds the family; commercial farming sells the produce.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is cotton grown?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North and Far North.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subsistence; number 2, SODECOTON; number 3,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food crops and cash crops grown in your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35: Pastoral Agriculture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34: ARABLE AGRICULTURE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Arable Agriculture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Arable Agriculture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Food crops, cash crops, subsistence farming, commercial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Subsistence and commercial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arable farming in Cameroon and locate its main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Spatial Patterns of Agriculture: Von Thünen's Model of Agricultural Land Use):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land use around your town or village and compare it with Von Thünen's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vegetable gardens and dairy near town, then maize and cotton fields, then bush pasture for cattle — similar to Von Thünen, though rivers and roads distort the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subsistence farming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commercial farming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forest and savanna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grow food crops and cash crops.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Cocoa grows in the south and cotton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farmers grow cassava and plantains for the family and cocoa for sale. In the North, farmers grow sorghum and maize to eat and cotton to sell to SODECOTON.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describe arable farming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food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Cassava and sorghum (also plantains,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cash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local farmers by buying local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farming that feeds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SUBSISTENCE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assava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food crop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SUBSISTENCE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subsistence farming? Name three food crops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SUBSISTENCE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to feed the family; cassava, maize and sorghum (also plantains, yams).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SUBSISTENCE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aiz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SUBSISTENCE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subsistence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SUBSISTENCE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farms and simple tools with family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COMMERCIAL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Drying cocoa.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COMMERCIAL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commercial farming? Name three cash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COMMERCIAL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for sale; cocoa, coffee and cotton (also bananas, oil palm, rubber).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anan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banana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agro-industrial companies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CDC and SODECOTON (also SOCAPALM, SOSUCAM).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agri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Farming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cocoa, coffee and cotton grown?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in the Centre and South; arabica coffee in the West; cotton in the North and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Agriculture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34: Arable Agriculture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Subsistence Farming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Subsistence farming in Cameroon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Purpose: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food mainly to feed their families.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cassava, plantains and cocoyams in the south and sorghum, millet and maize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Subsistence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are small, with hoes, family labour and bush fallowing.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Commercial Farming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and distribution of commercial farming in Cameroon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Small-holder cash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cocoa, coffee and cotton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Commercial Farming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Agro-industries such as the CDC, SOCAPALM and SOSUCAM grow bananas, oil palm, rubber and sugar cane.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grows in the Centre and South, coffee in the West and cotton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Commercial Farming</a:t>
            </a:r>
            <a:endParaRPr lang="en-US" sz="3600" dirty="0"/>
          </a:p>
        </p:txBody>
      </p:sp>
      <p:pic>
        <p:nvPicPr>
          <p:cNvPr id="4" name="Image 0" descr="/home/claude/f4/img/v2/cmr_agri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farming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subsistence and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Subsistence feeds the family; commercial farming sells the produce.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cotton grown?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North and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to feed the family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Cotton is bought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Arabica coffee is grown in the ______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food crops and cash crops grown in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Pastoral Agriculture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vivrière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Cassava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manioc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Cocoa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cacao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Coffee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café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Cotton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coton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Arable Agriculture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subsistence farming in Cameroon. Describe commercial farming in Cameroon. Locate the main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arable farming in Cameroon and locate its main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Subsistence Farming; Commercial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food crops and cash crops grown in your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family farms.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exports.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companies.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“Workshop in Lushoto, Tanzania” by CGIAR Climate, CC BY-NC-SA 2.0, via Flickr (https://www.flickr.com/photos/55227776@N04/8551480688)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“Ghana 15” by CIAT International Center for Tropical Agriculture, CC BY-NC-SA 2.0, via Flickr (https://www.flickr.com/photos/38476503@N08/5207540264)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“Banana Plantation” by AfricaTravelAssociation, CC BY 2.0, via Flickr (https://www.flickr.com/photos/65134942@N06/8164706151)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2026-10-02T05:13:32Z</dcterms:created>
  <dcterms:modified xsi:type="dcterms:W3CDTF">2026-10-02T05:13:32Z</dcterms:modified>
</cp:coreProperties>
</file>