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35: Pastoral Agriculture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Primary Sector: Agriculture. The key notions we shall use today are: pastoral farming, pastoral nomadism, transhumance, ranching. At the end, you should be able to do this: learners are able to describe pastoral farming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34: Arable Agriculture in Cameroon. The question was: List the food crops and cash crops grown in your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North Region: food crops – maize, sorghum, millet, groundnuts, onions; cash crops – cotton (also rice and onions sold).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pastoral nomadism and transhumance in Cameroon. Number 2: describe ranching in Cameroon. Number 3: explain the problems of pastoral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Herders rear cattle in the North. Nomads move with animals. The Adamawa Plateau has good pasture.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Mbororo herders leave the Far North with their cattle and walk south towards the Benue valley. On the Adamawa Plateau, the SODEPA ranch keeps cattle in fenced pastures.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how cattle are reared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herders move south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find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ranch?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large fenced farm for rearing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grazing corridors and farm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livestock farming in northern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nomadic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pastoral nomadism?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Moving with animals from place to place to find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seasonal movement of herds.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transhumance?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Seasonal movement of herds between dry-season and wet-season pastures.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cattle on a ranch.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ranching? Where is it practised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Rearing animals on a large fenced farm; on the Adamawa Plateau (SODEPA ranches).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importance of livestock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Meat and milk for people, and income from sales to towns and neighbouring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cattle near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of pastoral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Farmer–herder conflicts and animal diseases (also drought, cattle theft).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Pastoral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Pastoral Nomadism and Transhumance. Traditional herding in Cameroon is organised as follows. On this slide we have Nomadism and Transhumance.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Ranching. The location and characteristics of modern ranching in Cameroon are the following. On this slide we have Location and Methods.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and Problems. Pastoral farming has the following importance and problems. On this slide we have Importance.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and Problems. On this slide we have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nomadism and ranching.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nomadism moves with herds; ranching keeps them on fenced farms.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pastoral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diseases and farmer–herder conflicts.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transhumance; number 2, ranch; number 3,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two solutions to farmer–herder conflicts in the North.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36: The Impact of Agriculture on the Economy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35: PASTORAL AGRICULTURE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Pastoral Agriculture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35: Pastoral Agriculture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Pastoral farming, pastoral nomadism, transhumance, ranching.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Pastoral nomadism; ranching.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pastoral farming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34: Arable Agriculture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food crops and cash crops grown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Region: food crops – maize, sorghum, millet, groundnuts, onions; cash crops – cotton (also rice and onions sold).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pastoral nomadism and transhumance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ranching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pastoral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rear cattle in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Nomads move with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Plateau has good pasture.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Mbororo herders leave the Far North with their cattle and walk south towards the Benue valley. On the Adamawa Plateau, the SODEPA ranch keeps cattle in fenced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how cattle are reared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herders move south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ranch?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fenced farm for rearing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grazing corridors and farm boundaries.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livestock farming in northern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PASTORAL NOMADISM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nom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nomadic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PASTORAL NOMADISM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pastoral nomadism?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PASTORAL NOMADISM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Moving with animals from place to place 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TRANSHUMANCE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ranshumanc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seasonal movement of herds.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TRANSHUMANCE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TRANSHUMANCE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Seasonal movement of herds between dry-season and wet-season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RANCHING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n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on a ranch.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ranching? Where is it practised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Rearing animals on a large fenced farm; on the Adamawa Plateau (SODEPA ranches).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importance of livestock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Meat and milk for people, and income from sales to towns and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near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pastoral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Farmer–herder conflicts and animal diseases (also drought, cattle theft).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Agriculture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35: Pastoral Agriculture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rearing of animals such as cattle, sheep and goats.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Pastoral Nomadism and Transhumance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Traditional herding in Cameroon is organised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Nomadism: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such as the Mbororo move with their animals to find grass and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Transhumance: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Herds move south to river valleys in the dry season and return north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Ranching</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and characteristics of modern ranching in Cameroon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Ranches are found on the Adamawa Plateau and in the North-West.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are kept in fenced pastures, vaccinated and fed improved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and Problems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Pastoral farming has the following importance and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meat, milk, hides and income, and cattle are sold to Nigeria and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and Problems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animal diseases, cattle theft and farmer–herder conflicts reduce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nomadism and ranching.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Nomadism moves with herds; ranching keeps them on fenced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pastoral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and farmer–herder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Seasonal movement of herds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large fenced farm for animals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Ranches are found on the ______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two solutions to farmer–herder conflicts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The Impact of Agriculture on the Economy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Cattle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Transhumance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transhumance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Conflict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conflit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35: Pastoral Agriculture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pastoral nomadism and transhumance in Cameroon. Describe ranching in Cameroon. Explain the problems of pastoral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pastoral farming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Pastoral Nomadism and Transhumance; Ranching; Importance and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two solutions to farmer–herder conflicts in the North.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nomads.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route.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ranch.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cattle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conflicts.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roadside stop for souvenirs &amp; exploring dry wells, Northern Sahara, ” by ali eminov, CC BY-NC 2.0, via Flickr (https://www.flickr.com/photos/27435717@N00/3437516165)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Flock” by seefit, CC BY 2.0, via Flickr (https://www.flickr.com/photos/76574551@N00/20928299362)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2026-09-28T21:15:07Z</dcterms:created>
  <dcterms:modified xsi:type="dcterms:W3CDTF">2026-09-28T21:15:07Z</dcterms:modified>
</cp:coreProperties>
</file>