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Pastoral Agriculture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pastoral farming, pastoral nomadism, transhumance, ranching. At the end, you should be able to do this: learners are able to describe pastoral farming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Arable Agriculture in Cameroon. The question was: List the food crops and cash crops grown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food crops – maize, sorghum, millet, groundnuts, onions; cash crops – cotton (also rice and onions sold).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pastoral nomadism and transhumance in Cameroon. Number 2: describe ranching in Cameroon. Number 3: explain the problems of pastoral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Herders rear cattle in the North. Nomads move with animals. The Adamawa Plateau has good pasture.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Mbororo herders leave the Far North with their cattle and walk south towards the Benue valley. On the Adamawa Plateau, the SODEPA ranch keeps cattle in fenced pastures.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cattle are reared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herders move south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ranch?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large fenced farm for rearing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corridors and farm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livestock farming in northern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nomadic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pastoral nomadism?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Moving with animals from place to place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seasonal movement of herds.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transhumance?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Seasonal movement of herds between dry-season and wet-season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on a ranch.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ranching? Where is it practised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Rearing animals on a large fenced farm; on the Adamawa Plateau (SODEPA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livestock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Meat and milk for people, and income from sales to towns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near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pastoral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Farmer–herder conflicts and animal diseases (also drought, cattle theft).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Pastoral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Pastoral Nomadism and Transhumance. Traditional herding in Cameroon is organised as follows. On this slide we have Nomadism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Ranching. Modern ranching in Cameroon has the following characteristics. On this slide we have Location and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Pastoral farming has the following importance and problems. On this slide we have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and Problems.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nomadism and ranching.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nomadism moves with herds; ranching keeps them on fenced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pastoral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diseases and farmer–herder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transhumance; number 2, ranch; number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two solutions to farmer–herder conflicts in the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The Impact of Agriculture on the Economy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PASTORAL AGRICULTURE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Pastoral Agriculture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Pastoral Agriculture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Pastoral farming, pastoral nomadism, transhumance,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Pastoral nomadism;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pastoral farming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Arable Agriculture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food crops and cash crops grown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food crops – maize, sorghum, millet, groundnuts, onions; cash crops – cotton (also rice and onions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pastoral nomadism and transhumance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ranching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rear cattle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Nomads move with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has good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Mbororo herders leave the Far North with their cattle and walk south towards the Benue valley. On the Adamawa Plateau, the SODEPA ranch keeps cattle in fenced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cattle are reared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ranch?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fenced farm for rearing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corridors and farm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livestock farming in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nomadic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seasonal movement of herds.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Seasonal movement of herds between dry-season and wet-season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on a ranch.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ranching? Where is it practised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Rearing animals on a large fenced farm; on the Adamawa Plateau (SODEPA 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livestock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Meat and milk for people, and income from sales to towns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Farmer–herder conflicts and animal diseases (also drought, cattle theft).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Pastoral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animals such as cattle,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Pastoral Nomadism and Transhumance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Traditional herding in Cameroon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such as the Mbororo move with their animals to find grass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Transhumance: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Herds move south to river valleys in the dry season and return north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Ranching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Modern ranching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are found on the Adamawa Plateau and in the North-West.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are kept in fenced pastures, vaccinated and fed improved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and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Pastoral farming has the following importance and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meat, milk, hides and income, and cattle are sold to Nigeria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and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animal diseases, cattle theft and farmer–herder conflicts reduce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nomadism and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Nomadism moves with herds; ranching keeps them on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farmer–herder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Seasonal movement of herds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fenced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Ranches are found on the ______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 to farmer–herder conflicts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The Impact of Agriculture on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Pastoral Agriculture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pastoral nomadism and transhumance in Cameroon. Describe ranching in Cameroon. Explain the problems of pastoral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pastoral farming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Pastoral Nomadism and Transhumance; Ranching; Importance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two solutions to farmer–herder conflicts in the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nomads.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ranch.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conflicts.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2026-09-27T14:07:43Z</dcterms:created>
  <dcterms:modified xsi:type="dcterms:W3CDTF">2026-09-27T14:07:43Z</dcterms:modified>
</cp:coreProperties>
</file>