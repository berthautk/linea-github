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35: Pastoral Agriculture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The Economic Development Potentials of Cameroon in the Primary Sector: Agriculture. The key notions we shall use today are: pastoral farming, pastoral nomadism, transhumance, ranching. At the end, you should be able to do this: learners are able to describe pastoral farming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34: Arable Agriculture in Cameroon. The question was: List the food crops and cash crops grown in your region.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North Region: food crops – maize, sorghum, millet, groundnuts, onions; cash crops – cotton (also rice and onions sold).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pastoral nomadism and transhumance in Cameroon. Number 2: describe ranching in Cameroon. Number 3: explain the problems of pastoral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Herders rear cattle in the North. Nomads move with animals. The Adamawa Plateau has good pasture.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Mbororo herders leave the Far North with their cattle and walk south towards the Benue valley. On the Adamawa Plateau, the SODEPA ranch keeps cattle in fenced pastures.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how cattle are reared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 herders move south in the dry season?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find grass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a ranch?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large fenced farm for rearing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grazing corridors and farm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livestock farming in northern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nomadic camp.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pastoral nomadism?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Moving with animals from place to place to find grass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seasonal movement of herds.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transhumance?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Seasonal movement of herds between dry-season and wet-season pastures.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cattle on a ranch.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ranching? Where is it practised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Rearing animals on a large fenced farm; on the Adamawa Plateau (SODEPA 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cattle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importance of livestock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Meat and milk for people, and income from sales to towns and neighbouring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cattle near farms.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problems of pastoral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Farmer–herder conflicts and animal diseases (also drought, cattle theft).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Pastoral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Pastoral Nomadism and Transhumance. Traditional herding in Cameroon is organised as follows. On this slide we have Nomadism and Transhumance.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Ranching. The location and characteristics of modern ranching in Cameroon are the following. On this slide we have Location and Methods.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Pastoral farming is important for the following reasons. On this slide we have Food and Hides and skins.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On this slide we have Income and exports.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Pastoral farming faces the following problems. On this slide we have Drought, Animal diseases and Cattle theft.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On this slide we have Farmer–herder conflicts.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nomadism and ranching.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nomadism moves with herds; ranching keeps them on fenced farms.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pastoral farming.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diseases and farmer–herder conflicts.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transhumance; number 2, ranch; number 3, Adamawa.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Propose two solutions to farmer–herder conflicts in the North.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36: The Impact of Agriculture on the Economy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35: PASTORAL AGRICULTURE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Pastoral Agriculture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Development Potentials of Cameroon in the Primary Sector: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35: Pastoral Agriculture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Pastoral farming, pastoral nomadism, transhumance, ranching.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Pastoral nomadism; ranching.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pastoral farming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34: Arable Agriculture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food crops and cash crops grown in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Region: food crops – maize, sorghum, millet, groundnuts, onions; cash crops – cotton (also rice and onions sold).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pastoral nomadism and transhumance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ranching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pastoral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Herders rear cattle in the North.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Nomads move with animals.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Adamawa Plateau has good pasture.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Mbororo herders leave the Far North with their cattle and walk south towards the Benue valley. On the Adamawa Plateau, the SODEPA ranch keeps cattle in fenced pastures.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how cattle are reared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herders move south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find grass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ranch?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fenced farm for rearing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grazing corridors and farm boundaries.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livestock farming in northern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PASTORAL NOMADISM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nom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nomadic camp.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PASTORAL NOMADISM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pastoral nomadism?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PASTORAL NOMADISM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Moving with animals from place to place to find grass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TRANSHUMANCE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ranshumanc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seasonal movement of herds.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TRANSHUMANCE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TRANSHUMANCE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Seasonal movement of herds between dry-season and wet-season pastures.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RANCHING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n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on a ranch.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ranching? Where is it practised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Rearing animals on a large fenced farm; on the Adamawa Plateau (SODEPA ranches).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ttle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cattle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importance of livestock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Meat and milk for people, and income from sales to towns and neighbouring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attl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near farms.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pastoral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Farmer–herder conflicts and animal diseases (also drought, cattle theft).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Economic Development Potentials of Cameroon in the Primary Sector: Agriculture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35: Pastoral Agriculture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Pastoral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rearing of animals such as cattle, sheep and goats.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Pastoral Nomadism and Transhumance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Traditional herding in Cameroon is organised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Nomadism: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Herders such as the Mbororo move with their animals to find grass and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Transhumance: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Herds move south to river valleys in the dry season and return north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Ranching</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location and characteristics of modern ranching in Cameroon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Ranches are found on the Adamawa Plateau and in the North-West.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are kept in fenced pastures, vaccinated and fed improved grass.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and Problems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Importance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Pastoral farming is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meat and milk.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Hides and skins: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used to make leather.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and Problems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Importance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Income and exports: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are sold in Cameroon and to Nigeria and Gabon.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and Problems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Problems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Pastoral farming faces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and water become scarce.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Animal 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Diseases kill many animals.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Cattle theft: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Thieves steal herds.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and Problems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Problems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Farmer–herder conflicts: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destroy crops, and fights break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nomadism and ranching.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Nomadism moves with herds; ranching keeps them on fenced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pastoral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Diseases and farmer–herder conflicts.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Seasonal movement of herds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large fenced farm for animals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Ranches are found on the ______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two solutions to farmer–herder conflicts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36: The Impact of Agriculture on the Economy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Cattle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bétail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Pasture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Transhumance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transhumance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Conflict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conflit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35: Pastoral Agriculture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pastoral nomadism and transhumance in Cameroon. Describe ranching in Cameroon. Explain the problems of pastoral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pastoral farming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Pastoral Nomadism and Transhumance; Ranching; Importance;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Propose two solutions to farmer–herder conflicts in the North.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nomads.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route.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ranch.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cattle market.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conflicts.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 roadside stop for souvenirs &amp; exploring dry wells, Northern Sahara, ” by ali eminov, CC BY-NC 2.0, via Flickr (https://www.flickr.com/photos/27435717@N00/3437516165)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“The Flock” by seefit, CC BY 2.0, via Flickr (https://www.flickr.com/photos/76574551@N00/20928299362)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“Discussing the price” by 10b travelling / Carsten ten Brink, CC BY-NC-ND 2.0, via Flickr (https://www.flickr.com/photos/77334245@N00/7313656038)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“Acacia Tree” by D-Stanley, CC BY 2.0, via Flickr (https://www.flickr.com/photos/79721788@N00/11527335486)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2026-10-02T05:13:32Z</dcterms:created>
  <dcterms:modified xsi:type="dcterms:W3CDTF">2026-10-02T05:13:32Z</dcterms:modified>
</cp:coreProperties>
</file>