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After studying how the wind shapes deserts, today we study how people live in hot deserts.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how do families in Garoua cope with the dry season?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uses a solar panel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situation of Mrs Bouba.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the Great Green Wall and Opération Sahel Vert.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desertification 2. sun 3. nomads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in the Hot Desert Environments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Hot Desert Landscapes: Wind Action and Human Adaptation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Desert Landscapes: Wind Action and Human Adaptation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29: Man in the Hot Desert Environments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Resource, hazard.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 of hot deserts; challenges (hazards) of hot deserts; human adaptations.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use water carefully and protect themselves from heat and dust during the dry season, as desert people do.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resource and a hazard.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main resources of hot deserts.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challenges of living in hot deserts.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people adapt to life in hot deserts.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 deposits sand when it slows down or meets an obstacle.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dunes (barchans and seifs) move in the direction of the wind.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dunes and dust can cause problems for people who live near deserts.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March, the well of the Bouba family dries up. Mrs Bouba walks for more than an hour every morning to get water, and the goats are thin.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family has no water near the house.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suffers?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 Bouba and the animals.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the village do?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 a deeper well or collect rain water.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people live in hot deserts.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sol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big solar power station in Morocco.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desert a good place for solar power?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shines strongly almost every day.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fetchwa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Women carry water in the Sahel.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biggest problem of people in dry areas?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lack of water.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tree_planting_sah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Young trees planted in rows.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planting trees help against the desert?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ADAPTATIONS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 hold the soil and stop the desert from spreading.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 in the Hot Desert Environments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Hot Desert Landscapes: Wind Action and Human Adaptation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29: Man in the Hot Desert Environments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anything that people can use.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Hazard: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event that can harm people.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Desertification: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spread of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Resources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Minerals: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Oil (Algeria), uranium (Niger).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Sun: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Solar power (Morocco).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Oases and wells.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Tourism: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Dunes and old monuments.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Challenges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Heat and cold: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days, cold nights.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Lack of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 than 250 mm of rain.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Sandstorms: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hurt the eyes and lungs.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Desertification: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desert spreads.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Adaptations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Nomadism: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Tuareg move with animals.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Clothes and houses: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clothes, thick walls.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Irrigation: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from the Nile and wells.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Tree planting: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Great Green Wall.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resources of hot deserts.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Oil and solar energy.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we fight desertification?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trees (Great Green Wall).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spread of the desert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Morocco makes electricity from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Tuareg are ______ who move with their animals.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a table with three columns: resources, hazards and adaptations. Fill it with examples from the hot deserts and from the dry season in Garoua.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the revision of Lessons 27 to 29.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ressource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risque / l'aléa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L'oasis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Nomadism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nomadisme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Sandstorm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tempête de sable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Desertification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désertification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L'adaptation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29: Man in the Hot Desert Environments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resource and a hazard. Identify the main resources of hot deserts. Describe the main challenges of living in hot deserts. Explain how people adapt to life in hot deserts.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use water carefully and protect themselves from heat and dust during the dry season, as desert people do.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Resource, Hazard, Desertification; II. Resources: Minerals, Sun, Water, Tourism; III. Challenges: Heat and cold, Lack of water, Sandstorms, Desertification; IV. Adaptations: Nomadism, Clothes and houses, Irrigation, Tree planting.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a table with three columns: resources, hazards and adaptations. Fill it with examples from the hot deserts and from the dry season in Garoua.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 — Lesson 29.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notes, Lesson 29 (f4.docx).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MINEPDED: Opération Sahel Vert (minepded.gov.cm).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map and oasis diagram drawn for this lesson from Natural Earth data.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“Noor Ouarzazate III Solar Plant” by Richard Allaway, CC BY 2.0, via Flickr (https://www.flickr.com/photos/16287002@N00/52769922684)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“Women fetch water in Kilte-Awlaelo woreda, Tigray” by UNICEF Ethiopia, CC BY-NC-ND 2.0, via Flickr (https://www.flickr.com/photos/86783452@N02/14056445728)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“Nyando Climate Smart Villages Media Visit” by CGIAR Climate, CC BY-NC-SA 2.0, via Flickr (https://www.flickr.com/photos/55227776@N04/9720026817)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2026-09-27T04:25:18Z</dcterms:created>
  <dcterms:modified xsi:type="dcterms:W3CDTF">2026-09-27T04:25:18Z</dcterms:modified>
</cp:coreProperties>
</file>