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6: The Revolution of the Earth.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the months of the rainy and dry seasons in Garoua.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walk around a chair (the Sun) with a ball (the Earth).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Equator and the two tropics with the 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which months are rainy in Garoua.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revolution 2. Cancer 3. leap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6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Revolution of the Earth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 as a Planet in the Solar System — Location and Time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 as a Planet in the Solar 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and Time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6: The Revolution of the Earth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Orbit, equinox, solstice, leap year, seasons.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Revolution: meaning, illustration and effects (notions of equinox, solstice and orbit).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the change of seasons and of day length during the year, and to plan activities such as farming with the calendar.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revolution and the orbit of the Earth.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Illustrate the revolution with equinoxes and solstices.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effects of revolution.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is the turning of the Earth on its axis in about 24 hours.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causes day and night.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axis of the Earth is tilted at 23½°.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September, it is the rainy season in Garoua and the Benue is full. In December and January, the dry Harmattan season comes. Salamatou wonders what causes this change every year.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Salamatou does not know why the seasons change.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two seasons of Garoua.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rainy season and the dry season.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movement of the Earth causes the seasons?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revolution of the Earth around the Sun.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the seasons and the year.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revolution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the Earth moves around the Sun.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long does the Earth take to go once around the Sun?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365¼ days: one year.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EQUINOXES AND SOLSTICES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overhead_su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the Sun is overhead at midday during the year.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EQUINOXES AND SOLSTICES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is the Sun overhead on 21 June? And on 22 December?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EQUINOXES AND SOLSTICES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 June: Tropic of Cancer. 22 December: Tropic of Capricorn.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EFFECTS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rainyseas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farmer plants seeds when the rains begin.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EFFECTS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June, the Sun is overhead north of the Equator. What season does Garoua have?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EFFECTS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rainy season.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Revolution of the Earth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The Earth as a Planet in the Solar System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Location and Time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6: The Revolution of the Earth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Revolution: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movement of the Earth around the Sun.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Equinox: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day when day and night are equal everywhere.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Solstice: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day when the Sun is overhead at a tropic.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Leap year: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year of 366 days.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Equinoxes and Solstices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21 March, 23 Sept: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Sun is overhead at the Equator.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21 June: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Sun is overhead at the Tropic of Cancer.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22 December: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Sun is overhead at the Tropic of Capricorn.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Equinoxes and Solstices (2/2)</a:t>
            </a:r>
            <a:endParaRPr lang="en-US" sz="3600" dirty="0"/>
          </a:p>
        </p:txBody>
      </p:sp>
      <p:pic>
        <p:nvPicPr>
          <p:cNvPr id="13" name="Image 0" descr="/home/claude/f4/img/v2/overhead_su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drawing with the dates.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Effects of Revolution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Seasons: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Rainy and dry seasons in Garoua.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Length of day: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Days change length during the year.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The year: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has 365 days; a leap year has 366.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long does one revolution take?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365¼ days.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is the Sun overhead on 21 March?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the Equator.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movement of the Earth around the Sun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21 June, the Sun is overhead at the Tropic of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year of 366 days is a ______ year.</a:t>
            </a:r>
            <a:endParaRPr lang="en-US" sz="3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Cut an orange, an onion or an egg in half. Draw what you see inside and name its layers.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7: The Internal Structure of the Earth.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Revolution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révolution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L'orbite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saison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Equinox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L'équinoxe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Solstice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solstice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Leap year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L'année bissextile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Rainy season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saison des pluies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 season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saison sèche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 as a Planet in the Solar System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6: The Revolution of the Earth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revolution and the orbit of the Earth. Illustrate the revolution with equinoxes and solstices. Explain the effects of revolution.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the change of seasons and of day length during the year, and to plan activities such as farming with the calendar.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Revolution, Equinox, Solstice, Leap year; II. Equinoxes and Solstices: 21 March, 23 Sept, 21 June, 22 December; III. Effects of Revolution: Seasons, Length of day, The year.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 an orange, an onion or an egg in half. Draw what you see inside and name its layers.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The Earth as a Planet in the Solar System.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(Form 4),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“Farmer” by CIFOR, CC BY-NC-ND 2.0, via Flickr (https://www.flickr.com/photos/45423546@N07/35708569412)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2026-09-26T10:44:20Z</dcterms:created>
  <dcterms:modified xsi:type="dcterms:W3CDTF">2026-09-26T10:44:20Z</dcterms:modified>
</cp:coreProperties>
</file>