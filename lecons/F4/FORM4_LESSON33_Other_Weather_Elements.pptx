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Weather Elements: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humidity, wind direction, wind speed, atmospheric pressure, sunshine. At the end, you should be able to do this: learners are able to observe the humidity, wind and sky and predict simple changes in the weather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Weather Elements: Atmospheric Temperatures. The question was: Wet a piece of cloth and hang it outside in the morning and in the afternoon. Note how long it takes to dry each time.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cloth dries faster in the afternoon because the air is hotter and drier (lower humidity), so water evaporates faster.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humidity and relative humidity, and name their instrument. Number 2: describe how wind direction and wind speed are measured. Number 3: define atmospheric pressure and sunshine and name their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is measured with a thermometer inside a Stevenson screen. Mean daily temperature = (maximum + minimum) ÷ 2. Temperature data is shown with isotherms.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Hadja's washing takes a whole day to dry and the air feels heavy. In January, during the Harmattan, the same clothes dry in less than one hour.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Hadja does not know why clothes dry slowly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clothes dry fast?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January, during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air is dry: there is little water vapour.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weather instruments carefully and record the readings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clothes drying on a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clothes dry slowly when the air is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already has a lot of water vapour (high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windsock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windsock show? Why is it useful for pilots?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direction and the force of the wind. Planes take off against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barometer.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barometer measure? What if it falls quickly?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pressure. A quick fall means rain or a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Humidity. Humidity is explained as follows. On this slide we have Humidity and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Humidity.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Wind is observed and measured as follows. On this slide we have Wind and Wind direction.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On this slide we have Wind speed.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and Sunshine. Pressure and sunshine are measured as follows. On this slide we have Atmospheric pressure and Sunshine.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humidity?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amount of water vapour in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Harmattan blows from the north-east. What is its name as a wind direction?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north-easterly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hygrometer; number 2, barometer; number 3,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Early tomorrow morning, look at the grass, leaves or cars near your house. Write down whether you see drops of water on them, and where you think the water came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Condensation.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33: WEATHER ELEMENTS: HUMIDITY, WIND, PRESSURE AND SUNSHINE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Humidity, Wind, Pressure and Sunshine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Humidity, wind direction, wind speed, atmospheric pressure,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humidity; wind direction; wind speed; atmospheric pressure; amount of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Weather Elements: Atmospheric Temperatures):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 piece of cloth and hang it outside in the morning and in the afternoon. Note how long it takes to dry each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dries faster in the afternoon because the air is hotter and drier (lower humidity), so water evaporates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humidity and relative humidity, and name their instrument.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wind direction and wind speed are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and sunshine and name their instruments.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inside a Stevenson screen.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Mean daily temperature = (maximum + minimum) ÷ 2.</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data is shown with isotherms.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Hadja's washing takes a whole day to dry and the air feels heavy. In January, during the Harmattan, the same clothes dry in less than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Hadja does not know why clothes dry slowly in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clothes dry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during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dry: there is little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weather instruments carefully and record the readings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und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Clothes drying on a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clothes dry slowly when the air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already has a lot of water vapour (high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windsock show? Why is it useful for pilots?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direction and the force of the wind. Planes take off against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barometer measure? What if it falls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pressure. A quick fall means rain or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Humidity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hygrometer (wet and dry bulb thermometers) and given in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humidity is high in August and low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is observed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air moving from high pressure to low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shown by a wind vane, and a wind is named after the direction it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an anemometer in km/h or knots.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Pressure and Sunshine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Pressure and sunshine are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 measured with a barometer in millibars.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Sunshine: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hours of sunshine is measured with a sunshine recorder.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north-east. What is its name as a wind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north-easterly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Humidity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Air 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is named after the direction it comes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Hygrometer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L'hygromètre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direction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direction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speed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Sunshine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L'ensoleillement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L'isobare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humidity and relative humidity, and name their instrument. Describe how wind direction and wind speed are measured. Define atmospheric pressure and sunshine and name their instruments.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Atmospheric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Early tomorrow morning, look at the grass, leaves or cars near your house. Write down whether you see drops of water on them, and where you think the water came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Hadja.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hold a piece of cloth in the wind.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that air has weight.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“Bright Blue Home” by Clav, CC BY-NC-SA 2.0, via Flickr (https://www.flickr.com/photos/37005711@N00/2797194021)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