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The Impact of Agriculture on the Economy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short-term effects, long-term effects, GDP, exports. At the end, you should be able to do this: learners are able to explain the importance of agriculture for the economy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Pastoral Agriculture in Cameroon. The question was: Propose two solutions to farmer–herder conflicts in the North.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Create and mark grazing corridors and zones; set up local committees of farmers and herders to settle disputes.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short-term effects of agriculture on the economy. Number 2: explain its long-term effects. Number 3: propose ways to increase its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Agriculture employs most Cameroonians. Cameroon exports cocoa, coffee and cotton. Agro-industries use farm products.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When the price of cocoa rose, cocoa farmers in the Centre built houses and sent their children to school. When it fell, many could not pay school fees.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 incomes depend on world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when the price rose?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built houses and paid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when it fell?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could not pay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local processing of farm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how agriculture drives the economy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food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short-term effects of agriculture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feeds the population and gives daily income to farmers and traders.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exports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farm products does Cameroon export?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coffee, cotton, bananas and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agriculture help industry in the long term?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supplies raw materials to agro-industries such as textiles, breweries and oil mills.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agriculture help rural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 incomes and agro-industries lead to roads, schools and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sacks of raw cocoa.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dependence on raw exports a problem?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World prices change often, so farmers' incomes are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Short-term Effects. Agriculture has the following short-term effects on the economy. On this slide we have Food supply and Income and jobs.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Short-term Effects. On this slide we have Exports.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exports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Long-term Effects. Agriculture has the following long-term effects. On this slide we have Industrialisation and Rural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Long-term Effects.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short-term effects of agriculture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supply and income.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long-term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raw materials for agro-industries.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currency; number 2, agro-industries; number 3,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factories in Cameroon that use farm products and their raw materials.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Food Loss and Food Waste.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36: THE IMPACT OF AGRICULTURE ON THE ECONOMY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Agriculture on the Economy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The Impact of Agriculture on the Economy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Short-term effects, long-term effects, GDP, exports.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Short-term effects; long-term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importance of agriculture for the economy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Pastoral Agriculture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 to farmer–herder conflicts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and mark grazing corridors and zones; set up local committees of farmers and herders to settle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short-term effects of agriculture on the economy.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long-term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increase its benefits.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Agriculture employs most Cameroonians.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coffee and cotton.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Agro-industries use farm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price of cocoa rose, cocoa farmers in the Centre built houses and sent their children to school. When it fell, many could not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incomes depend on world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when the price rose?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built houses and paid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when it fell?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could not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local processing of farm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how agriculture drives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short-term effects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gives daily income to farmers and traders.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Exports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farm products does Cameroon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coffee, cotton, bananas and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help industry in the long term?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raw materials to agro-industries such as textiles, breweries and oil mills.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help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incomes and agro-industries lead to roads, schools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Sacks of raw cocoa.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dependence on raw exports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World prices change often, so farmers' incomes are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36: The Impact of Agriculture on the Economy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Short-term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short-term effects on the economy: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reduces food imports.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and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and daily income to most rural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Short-term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coffee, cotton and bananas bring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Short-term Effects</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exports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Long-term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long-term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raw materials to agro-industries.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to build roads, schools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Long-term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Dependence on raw exports makes incomes unstable when world prices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short-term effects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supply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long-term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for agro-industries.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from exports is foreign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Factories that process farm products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Cocoa prices depend on the ______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factories in Cameroon that use farm products and their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Agro-industry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L'agro-industrie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The Impact of Agriculture on the Economy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short-term effects of agriculture on the economy. Explain its long-term effects. Propose ways to increase its benefits.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importance of agriculture for the economy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Short-term Effects; Long-term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factories in Cameroon that use farm products and their raw materials.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chart.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agro-industries.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price changes.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2026-09-28T21:15:07Z</dcterms:created>
  <dcterms:modified xsi:type="dcterms:W3CDTF">2026-09-28T21:15:07Z</dcterms:modified>
</cp:coreProperties>
</file>