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Lst>
  <p:notesMasterIdLst>
    <p:notesMasterId r:id="rId5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notesMaster" Target="notesMasters/notesMaster1.xml"/><Relationship Id="rId53" Type="http://schemas.openxmlformats.org/officeDocument/2006/relationships/presProps" Target="presProps.xml"/><Relationship Id="rId54" Type="http://schemas.openxmlformats.org/officeDocument/2006/relationships/viewProps" Target="viewProps.xml"/><Relationship Id="rId55" Type="http://schemas.openxmlformats.org/officeDocument/2006/relationships/theme" Target="theme/theme1.xml"/><Relationship Id="rId5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36: The Impact of Agriculture on the Economy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II: Development and the Management of Primary Resources.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Managing Resources for Development through Economic Activities, and the sub-topic is The Economic Development Potentials of Cameroon in the Primary Sector: Agriculture. The key notions we shall use today are: short-term effects, long-term effects, GDP, exports. At the end, you should be able to do this: learners are able to explain the importance of agriculture for the economy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35: Pastoral Agriculture in Cameroon. The question was: Propose two solutions to farmer–herder conflicts in the North.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Create and mark grazing corridors and zones; set up local committees of farmers and herders to settle disputes.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explain the short-term effects of agriculture on the economy. Number 2: explain its long-term effects. Number 3: propose ways to increase its benefits.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Agriculture employs most Cameroonians. Cameroon exports cocoa, coffee and cotton. Agro-industries use farm products.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When the price of cocoa rose, cocoa farmers in the Centre built houses and sent their children to school. When it fell, many could not pay school fees.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Farm incomes depend on world prices.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happened when the price rose?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Farmers built houses and paid school fees.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happened when it fell?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Many could not pay school fees.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support the local processing of farm products.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see how agriculture drives the economy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food market.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Give two short-term effects of agriculture on the economy.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feeds the population and gives daily income to farmers and traders.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exports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Which farm products does Cameroon export?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Cocoa, coffee, cotton, bananas and timber.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factory.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does agriculture help industry in the long term?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supplies raw materials to agro-industries such as textiles, breweries and oil mills.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rural road.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does agriculture help rural development?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Farm incomes and agro-industries lead to roads, schools and health centres.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sacks of raw cocoa.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is dependence on raw exports a problem?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World prices change often, so farmers' incomes are unstable.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Short-term Effects. Agriculture has the following short-term effects on the economy. On this slide we have Food supply and Income and jobs.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Short-term Effects. On this slide we have Exports.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exports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Long-term Effects. Agriculture has the following long-term effects. On this slide we have Industrialisation and Rural development.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Long-term Effects. On this slide we have Limits.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short-term effects of agriculture on the economy.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food supply and income.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long-term effect.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raw materials for agro-industries.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currency; number 2, agro-industries; number 3, world.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three factories in Cameroon that use farm products and their raw materials.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37: Food Loss and Food Waste.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36: THE IMPACT OF AGRICULTURE ON THE ECONOMY OF CAMEROON</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36</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Impact of Agriculture on the Economy of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 Development and the Management of Primary Resources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Economic Development Potentials of Cameroon in the Primary Sector: Agriculture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36: The Impact of Agriculture on the Economy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Short-term effects, long-term effects, GDP, exports.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Short-term effects; long-term effects.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importance of agriculture for the economy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35: Pastoral Agriculture in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Propose two solutions to farmer–herder conflicts in the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Create and mark grazing corridors and zones; set up local committees of farmers and herders to settle disputes.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short-term effects of agriculture on the economy.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its long-term effects.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Propose ways to increase its benefits.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Agriculture employs most Cameroonians.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exports cocoa, coffee and cotton.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Agro-industries use farm products.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the price of cocoa rose, cocoa farmers in the Centre built houses and sent their children to school. When it fell, many could not pay school fees.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 incomes depend on world prices.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happened when the price rose?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Farmers built houses and paid school fees.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happened when it fell?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could not pay school fees.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Support the local processing of farm products.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see how agriculture drives the economy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SHORT-TERM EFFECTS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marke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food market.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SHORT-TERM EFFECTS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short-term effects of agriculture on the economy.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SHORT-TERM EFFECTS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feeds the population and gives daily income to farmers and traders.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SHORT-TERM EFFECTS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cmr_trad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Exports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SHORT-TERM EFFECTS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farm products does Cameroon export?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SHORT-TERM EFFECTS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Cocoa, coffee, cotton, bananas and timber.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LONG-TERM EFFECTS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brewery.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factory.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LONG-TERM EFFECTS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agriculture help industry in the long term?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LONG-TERM EFFECTS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supplies raw materials to agro-industries such as textiles, breweries and oil mills.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LONG-TERM EFFECTS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muddy_roa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rural road.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LONG-TERM EFFECTS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agriculture help rural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LONG-TERM EFFECTS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 incomes and agro-industries lead to roads, schools and health centres.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LIMITS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sack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Sacks of raw cocoa.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LIMITS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dependence on raw exports a problem?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LIMITS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World prices change often, so farmers' incomes are unstable.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Managing Resources for Development through Economic Activities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The Economic Development Potentials of Cameroon in the Primary Sector: Agriculture</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36: The Impact of Agriculture on the Economy of Cameroon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Short-term Effects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Agriculture has the following short-term effects on the economy: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Food supply: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feeds the population and reduces food imports.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Income and jobs: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gives jobs and daily income to most rural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Short-term Effects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Exports: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Cocoa, coffee, cotton and bananas bring foreign currency.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Short-term Effects</a:t>
            </a:r>
            <a:endParaRPr lang="en-US" sz="3600" dirty="0"/>
          </a:p>
        </p:txBody>
      </p:sp>
      <p:pic>
        <p:nvPicPr>
          <p:cNvPr id="4" name="Image 0" descr="/home/claude/f4/img/v2/cmr_trad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exports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Long-term Effects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Agriculture has the following long-term effects: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Industrialisation: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supplies raw materials to agro-industries.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Rural development: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helps to build roads, schools and health centres.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Long-term Effects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Limits: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Dependence on raw exports makes incomes unstable when world prices fall.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short-term effects of agriculture on the economy.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Food supply and income.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long-term effect.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Raw materials for agro-industries.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Money from exports is foreign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Factories that process farm products are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Cocoa prices depend on the ______ market.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factories in Cameroon that use farm products and their raw materials.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37: Food Loss and Food Waste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Economy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L'économie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Export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L'exportation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Price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prix</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Agro-industry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L'agro-industrie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Income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revenu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Development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développement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36: The Impact of Agriculture on the Economy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the short-term effects of agriculture on the economy. Explain its long-term effects. Propose ways to increase its benefits.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importance of agriculture for the economy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Short-term Effects; Long-term Effects.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three factories in Cameroon that use farm products and their raw materials.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read the chart.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name agro-industries.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price changes.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4, Module II: Development and the Management of Primary Resources.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“Sandga Market in Douala, Cameroon” by The Advocacy Project, CC BY-NC-SA 2.0, via Flickr (https://www.flickr.com/photos/42487558@N00/3636438732)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“Interior of Winston-Salem Chero-Cola Bottling Company, Winston-Salem, ” by unclibraries_commons, Public domain 1.0, via Flickr (https://www.flickr.com/photos/122654055@N06/22680169228)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“Cameroon - UN Women's Gender Road Project” by UN Women Gallery, CC BY-NC-ND 2.0, via Flickr (https://www.flickr.com/photos/51431730@N04/40672356003)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“Sacks of Cocoa Beans” by D-Stanley, CC BY 2.0, via Flickr (https://www.flickr.com/photos/79721788@N00/20795057229)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50</Slides>
  <Notes>50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50</vt:i4>
      </vt:variant>
    </vt:vector>
  </HeadingPairs>
  <TitlesOfParts>
    <vt:vector size="5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2026-09-29T03:11:49Z</dcterms:created>
  <dcterms:modified xsi:type="dcterms:W3CDTF">2026-09-29T03:11:49Z</dcterms:modified>
</cp:coreProperties>
</file>