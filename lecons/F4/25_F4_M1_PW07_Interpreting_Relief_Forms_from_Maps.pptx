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7: Interpreting Relief Forms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contour, contour interval, spot height, spur, valley, hill, plateau, escarpment. At the end, you should be able to do this: learners are able to identify landforms from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Map Copying, Reduction and Enlargement. The question was: Enlarge the map of your region two times using the grid method.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enlarged map has squares twice as long as the original, the same features in each square, a new scale, a title, a key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ways of representing relief on maps. Number 2: state the principles of contours. Number 3: identify landforms from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are brown lines. Relief is high and low land. Maps show heights.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topographic map, Aïssatou sees brown lines very close together in one place and far apart in another. The teacher says these lines show the shape of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must read relief from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brown lines?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close contours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contour heights before naming a landform.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the shape of the land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ways of showing relief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Contours, spot heights and layer colouring (also hachures, trigonometric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principles of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principles of contours.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Contours join places of equal height and never cross; close contours show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we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form V-shapes pointing downhill; a valley's point uphill, often with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hill and plateau.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a hill and a plateau appear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hill: closed contours rising to a top. A plateau: a high flat area with close contours around its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Identify two landforms on this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hill in the south-east and a valley with a river (also a highland in the north-west).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Contour and Contour interval.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Representing Relief. Relief is shown on maps in the following ways. On this slide we have Contours and Spot heights and trigonometric stations.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Representing Relief. On this slide we have Layer colouring.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Equal height and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Landforms. Landforms are identified from contours as follows. On this slide we have Hill and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Landforms. On this slide we have Plateau and escarpment.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close contours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steep slope.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valley appear on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v-shaped contours pointing uphill, often with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contour; number 2, gentle; number 3,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contour patterns of a hill, a valley and a spur.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8: Description of Relief and Sketching of Relief Areas from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7: INTERPRETING RELIEF FORMS FROM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Interpreting Relief Forms from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7: Interpreting Relief Forms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contour interval, spot height, spur, valley, hill, plateau, escarpment.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Ways of representing relief on maps; principles of contours; identification of landforms from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from contour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Map Copying, Reduction and Enlargement):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Enlarge the map of your region two times using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enlarged map has squares twice as long as the original, the same features in each square, a new scale, a title, a key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ways of representing relief on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contours.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are brown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high and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Aïssatou sees brown lines very close together in one place and far apart in another. The teacher says these lines show the shape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must read relief from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brown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contour heights before naming a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the shape of the land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showing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spot heights and layer colouring (also hachures, trigonometric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Principles of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join places of equal height and never cross; 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form V-shapes pointing downhill; a valley's point uphill, often with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 and plateau.</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a hill and a plateau appear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closed contours rising to a top. A plateau: a high flat area with close contours around its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landforms on this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in the south-east and a valley with a river (also a highland in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7: Interpreting Relief Forms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interval: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height between two neighbouring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Representing Relief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is shown on maps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Brown lines join places of the same height.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Spot heights and trigonometric stations: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 exact height of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Representing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 colouring: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Colours show different heights, from green to brown.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Principles of Contours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height: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interval.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 contours show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Closed contours rise to a summit.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V-shapes point downhill on a spur and uphill in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 and 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 is high and flat; an escarpment has close contours on one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valley appear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contours pointing uphill, often with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of equal height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Wide contours show a ______ slope.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exact height of a point is a spot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contour patterns of a hill, a valley and a spur.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8: Description of Relief and Sketching of Relief Areas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7: Interpreting Relief Forms from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ways of representing relief on maps. State the principles of contours. Identify landforms from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from contour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Ways of Representing Relief; Principles of Contours; Identification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contour patterns of a hill, a valley and a spur.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each method.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close and wide contours.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2026-09-29T03:11:43Z</dcterms:created>
  <dcterms:modified xsi:type="dcterms:W3CDTF">2026-09-29T03:11:43Z</dcterms:modified>
</cp:coreProperties>
</file>