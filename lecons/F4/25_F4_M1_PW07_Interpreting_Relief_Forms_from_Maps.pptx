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7: Interpreting Relief Forms from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 Ecological Systems and their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Initiation to Map Analysis, and the sub-topic is Map Interpretation. The key notions we shall use today are: contour, contour interval, spot height, spur, valley, hill, plateau, escarpment. At the end, you should be able to do this: learners are able to identify landforms from contour patterns.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6: Map Copying, Reduction and Enlargement. The question was: Enlarge the map of your region two times using the grid method.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enlarged map has squares twice as long as the original, the same features in each square, a new scale, a title, a key and a north arrow.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name the ways of representing relief on maps. Number 2: state the principles of contours. Number 3: identify landforms from contours.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Contours are brown lines. Relief is high and low land. Maps show heights.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a topographic map, Aïssatou sees brown lines very close together in one place and far apart in another. The teacher says these lines show the shape of the land.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Aïssatou must read relief from contours.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are the brown lines?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Contours.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 close contours show?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steep slope.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always read the contour heights before naming a landform.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read the shape of the land on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contours and slopes.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three ways of showing relief on maps.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Contours, spot heights and layer colouring (also hachures, trigonometric stations).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principles of contours.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two principles of contours.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Contours join places of equal height and never cross; close contours show steep slopes.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landforms from contours.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 we tell a spur from a valley?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spur's contours form V-shapes pointing downhill; a valley's point uphill, often with a river.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hill and plateau.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 a hill and a plateau appear on a map?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hill: closed contours rising to a top. A plateau: a high flat area with close contours around its edges.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a relief extract (invented).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Identify two landforms on this extract.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hill in the south-east and a valley with a river (also a highland in the north-west).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Contour and Contour interval.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Ways of Representing Relief. Relief is shown on maps in the following ways. On this slide we have Contours and Spot heights and trigonometric stations.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Ways of Representing Relief. On this slide we have Layer colouring.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Principles of Contours. Contours follow these principles. On this slide we have Equal height and Slopes.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Identification of Landforms. Landforms are identified from contours as follows. On this slide we have Hill and Spur and valley.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Identification of Landforms. On this slide we have Plateau and escarpment.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landforms from contours.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do close contours show?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steep slope.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How does a valley appear on a map?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v-shaped contours pointing uphill, often with a river.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contour; number 2, gentle; number 3, height.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the contour patterns of a hill, a valley and a spur.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8: Description of Relief and Sketching of Relief Areas from Maps.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PRACTICAL WORK 7: INTERPRETING RELIEF FORMS FROM MAPS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Interpreting Relief Forms from Maps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Ecological Systems and their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Initiation to Map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Map Interpretation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7: Interpreting Relief Forms from Maps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Contour, contour interval, spot height, spur, valley, hill, plateau, escarpment.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Ways of representing relief on maps; principles of contours; identification of landforms from contours.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landforms from contour patterns.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6: Map Copying, Reduction and Enlargement):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Enlarge the map of your region two times using the grid method.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enlarged map has squares twice as long as the original, the same features in each square, a new scale, a title, a key and a north arrow.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the ways of representing relief on maps.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State the principles of contours.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landforms from contours.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Contours are brown lines.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Relief is high and low land.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Maps show heights.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topographic map, Aïssatou sees brown lines very close together in one place and far apart in another. The teacher says these lines show the shape of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Aïssatou must read relief from contours.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the brown lines?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Contours.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close contours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steep slope.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Always read the contour heights before naming a landform.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read the shape of the land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WAYS OF REPRESENTING RELIEF</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ontour_principl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Contours and slopes.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WAYS OF REPRESENTING RELIEF</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ways of showing relief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WAYS OF REPRESENTING RELIEF</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Contours, spot heights and layer colouring (also hachures, trigonometric stations).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PRINCIPLES OF CONTOURS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ontour_principl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Principles of contours.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PRINCIPLES OF CONTOURS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principles of contours.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PRINCIPLES OF CONTOURS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Contours join places of equal height and never cross; close contours show steep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LANDFORMS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ontour_form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Landforms from contours.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LANDFORMS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we tell a spur from a valley?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LANDFORMS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spur's contours form V-shapes pointing downhill; a valley's point uphill, often with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LANDFORMS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ontour_form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Hill and plateau.</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LANDFORMS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a hill and a plateau appear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LANDFORMS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hill: closed contours rising to a top. A plateau: a high flat area with close contours around its edges.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EXERCISE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topo_relief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relief extract (invented).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EXERCISE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Identify two landforms on this extract.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EXERCISE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hill in the south-east and a valley with a river (also a highland in the north-west).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Initiation to Map Analysis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Map Interpretation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7: Interpreting Relief Forms from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Contour: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line joining places of the same height above sea level.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Contour interval: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difference in height between two neighbouring contours.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Ways of Representing Relief</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Relief is shown on maps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Contours: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Brown lines join places of the same height.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Spot heights and trigonometric stations: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give the exact height of points.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Ways of Representing Relief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Layer colouring: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Colours show different heights, from green to brown.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Principles of Contours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Contours follow these principles: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Equal height: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Contours never cross and are drawn at a fixed interval.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Slopes: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Close contours show steep slopes and wide contours show gentle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Identification of Landforms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Landforms are identified from contours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Hill: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Closed contours rise to a summit.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Spur and valley: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V-shapes point downhill on a spur and uphill in a valley.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Identification of Landforms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Plateau and escarpment: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plateau is high and flat; an escarpment has close contours on one 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Identification of Landforms</a:t>
            </a:r>
            <a:endParaRPr lang="en-US" sz="3600" dirty="0"/>
          </a:p>
        </p:txBody>
      </p:sp>
      <p:pic>
        <p:nvPicPr>
          <p:cNvPr id="4" name="Image 0" descr="/home/claude/f4/img/v2/contour_form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landforms from contours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close contours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steep slope.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a valley appear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V-shaped contours pointing uphill, often with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line joining places of equal height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Wide contours show a ______ slope.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exact height of a point is a spot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contour patterns of a hill, a valley and a spur.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8: Description of Relief and Sketching of Relief Areas from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Contour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courbe de niveau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Slope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pente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Hill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colline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Valley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vallée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Spur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L'éperon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Height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Initiation to Map Analysis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7: Interpreting Relief Forms from Maps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ways of representing relief on maps. State the principles of contours. Identify landforms from contours.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landforms from contour patterns.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Ways of Representing Relief; Principles of Contours; Identification of Landforms.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contour patterns of a hill, a valley and a spur.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each method.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close and wide contours.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both.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both.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use a map.</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 Ecological Systems and their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2026-09-28T21:15:02Z</dcterms:created>
  <dcterms:modified xsi:type="dcterms:W3CDTF">2026-09-28T21:15:02Z</dcterms:modified>
</cp:coreProperties>
</file>