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35: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Forms of Condensation. The key notions we shall use today are: rain gauge, pluviometer, convectional, orographic, frontal. At the end, you should be able to do this: learners are able to measure the rain that falls at home or at school and explain why some places receive more rain than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34: Condensation. The question was: During the next rain, put an empty tin with straight sides in an open place. After the rain, measure the depth of water in it with a ruler, in millimetres.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the tin held 15 mm of water after the storm, so about 15 mm of rain fell.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precipitation and name its forms. Number 2: describe how rainfall is measured with a rain gauge. Number 3: explain the three types of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Condensation is the change of water vapour into liquid water. It happens when saturated air is cooled to its dew point. Clouds are tiny droplets formed by condensation.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Garoua has short, heavy afternoon storms. Emmanuel's cousin in Buea, on Mount Cameroon, says that it rains there for many days without stopping.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Emmanuel does not know why the rain is different in the two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does it rain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Short, heavy storms in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it rain so much in Buea?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mountain forces wet air to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and record rainfall to plan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rain forms and how it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heavy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Rain, hail and snow fall from clouds. What is their general name?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rain gauge.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this instrument measure? In which unit?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Rainfall, in millimetres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storms of Garoua.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hot ground heats the air, which rises and makes storms. What type of rain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Convectional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Forms of Precipitation. Precipitation is defined and takes the following forms. On this slide we have Precipitation and Rain and drizzle.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Forms of Precipitation. On this slide we have Hail and Snow.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of Rainfall. Rainfall is measured as follows. On this slide we have Rain gauge.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Rainfall. There are three types of rainfall. On this slide we have Convectional rainfall and Relief rainfall.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Rainfall. On this slide we have Frontal rainfall.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instrument measures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rain gauge.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Buea receive a lot of rain?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mount Cameroon forces wet air to rise (relief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precipitation; number 2, hail; number 3,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wind in Garoua for three days: from which direction does it blow? Is it dry or moist? Write your observations.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36: Pressure Belts and Planetary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35: PRECIPITATION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Precipitation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35: 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Rain gauge, pluviometer, convectional, orographic, frontal.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precipitation; measurement; types of rainfall.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the rain that falls at home or at school and explain why some places receive more rain than others.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34: Condensation):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next rain, put an empty tin with straight sides in an open place. After the rain, measure the depth of water in it with a ruler, in millimetres.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the tin held 15 mm of water after the storm, so about 15 mm of rain fell.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precipitation and name its forms.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rainfall is measured with a rain gauge.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three types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Condensation is the change of water vapour into liquid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happens when saturated air is cooled to its dew point.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are tiny droplets formed by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Garoua has short, heavy afternoon storms. Emmanuel's cousin in Buea, on Mount Cameroon, says that it rains there for many days without stopping.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Emmanuel does not know why the rain is different in the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it rain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heavy storms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rain so much in Buea?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mountain forces wet air to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and record rainfall to plan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rain forms and how it is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Heavy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hail and snow fall from clouds. What is their general name?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aingauge.jpg">    </p:cNvPr>
          <p:cNvPicPr>
            <a:picLocks noChangeAspect="1"/>
          </p:cNvPicPr>
          <p:nvPr/>
        </p:nvPicPr>
        <p:blipFill>
          <a:blip r:embed="rId1"/>
          <a:stretch>
            <a:fillRect/>
          </a:stretch>
        </p:blipFill>
        <p:spPr>
          <a:xfrm>
            <a:off x="2248479" y="1783080"/>
            <a:ext cx="769473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rain gauge.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instrument measure? In which unit?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in millimetres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storms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hot ground heats the air, which rises and makes storms. What type of rain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Convectional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Forms of Condensation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35: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Forms of Precipitation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Precipitation is defined and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form of water that falls from clouds to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and drizzle: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is drops of water, while drizzle is very small drops.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Forms of Precipitation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balls of ice that fall from cumulonimbus clouds.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Snow: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ice crystals that fall when it is very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Rainfall</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Rainfall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gauge: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instrument that collects and measures rainfall in millimetres.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Rainfall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three types of rainfall: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Convectional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ground heats the air, which rises, cools and gives heavy rain, as in Garoua.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air is forced up a mountain, cools and gives rain on the windward side, as in Buea.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Rainfall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Frontal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rises over cold air and gives rain, as in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Rainfall</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gauge.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Buea receive a lot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forces wet air to rise (relief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falling from clouds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Balls of ice falling from clouds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caused by a mountain is ______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wind in Garoua for three days: from which direction does it blow? Is it dry or moist?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Pressure Belts and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Precipitation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Drizzle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bruine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grêle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gauge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pluviomètre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Convectional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 de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 orographique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L'abri pluviométrique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35: Precipitation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precipitation and name its forms. Describe how rainfall is measured with a rain gauge. Explain the three types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the rain that falls at home or at school and explain why some places receive more rain than others.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Forms of Precipitation; Measurement of Rainfall; Types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wind in Garoua for three days: from which direction does it blow? Is it dry or moist? Write your observations.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name what can fall from clouds.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make a rain gauge with a bottle and a funnel.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ground, rising air and a cloud.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“Sarasota - Rain Gauge (in 23rd Year)” by roger4336, CC BY-SA 2.0, via Flickr (https://www.flickr.com/photos/24736216@N07/8370429863)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2026-09-27T10:32:04Z</dcterms:created>
  <dcterms:modified xsi:type="dcterms:W3CDTF">2026-09-27T10:32:04Z</dcterms:modified>
</cp:coreProperties>
</file>