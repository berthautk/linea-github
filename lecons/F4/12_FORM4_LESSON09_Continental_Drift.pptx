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The Theory of Continental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continental drift, Pangaea, Laurasia, Gondwanaland. At the end, you should be able to do this: learners are able to explain, with map evidence, that the continents have moved, and to read the shape of the continents on a world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Rocks. The question was: Look at a map of the world. Cut out, or trace, Africa and South America and try to fit their coasts together. Write what you notice.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east coast of South America fits into the west coast of Africa like pieces of a jigsaw puzzle: the two continents were once joined.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theory of continental drift. Number 2: describe the break-up of Pangaea. Number 3: explain the evidence for continental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broken and lies on the very hot mantle. The mantle flows very slowly. Fossils are found mainly in sedimentary rocks.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Djibrilla looks at a map. The coast of Africa and the coast of South America look like two pieces of a puzzle. He wonders if they were once joined.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Djibrilla wonders if Africa and South America were once joined.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he notice?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coasts fit like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first explained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Alfred Wegener, in 1912.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maps and evidence to explain how the continents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the continents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closing the Atlantic Ocean.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when we bring South America near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two coasts fit together like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fossil of a fish in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fossils of the same small reptile (Mesosaurus) are found in Brazil and in southern Africa. What does it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two continents were once joined.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crack in the ground in Iceland, where two plates move apart.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ground here opens a little every year. What does it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(the continents) is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Theory of Continental Drift. The main idea of the theory is the following. On this slide we have Continental drift and Author.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Continental Drift. On this slide we have Pangaea and Break-up.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of Continental Drift. The following evidence supports the theory. On this slide we have Jigsaw fit and Fossils.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Continental Drift. On this slide we have Rocks and Old ice marks.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jigsaw fit of the continents.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Pangaea?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single big continent of long ago.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pieces of evidence for continental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jigsaw fit and the same fossils on both continents.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Wegener; number 2, Pangaea; number 3, puzzle (jigsaw).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Listen to the news or ask an adult about a recent earthquake or volcanic eruption in the world. Write the name of the country and what happened.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The Theory of Plate Tectonics.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THE THEORY OF CONTINENTAL DRIFT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Theory of Continental Drift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The Theory of Continental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Continental drift, Pangaea, Laurasia, Gondwanaland.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theory of continental drift: main idea, illustration and evidence.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with map evidence, that the continents have moved, and to read the shape of the continents on a world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Rocks):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Cut out, or trace, Africa and South America and try to fit their coasts together. Write what you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coast of South America fits into the west coast of Africa like pieces of a jigsaw puzzle: the two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theory of continental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break-up of Pangaea.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broken and lies on the very hot mantle.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flows very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Fossils are found mainly in sedimentary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looks at a map. The coast of Africa and the coast of South America look like two pieces of a puzzle. He wonders if they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wonders if Africa and South America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he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coasts fit like a puzzle.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first explained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Alfred Wegener, in 1912.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maps and evidence to explain how the continents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the continents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jigsaw.gif">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closing the Atlantic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we bring South America near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coasts fit together like a puzzle.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oss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fossil of a fish in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fossils of the same small reptile (Mesosaurus) are found in Brazil and in southern Africa. What does it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hingvelli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crack in the ground in Iceland, where two plates move apart.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here opens a little every year. What does it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(the continents) is moving.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Theory of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Continental Drift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idea of the theory is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slow movement of the continents over millions of years.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Author: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was proposed by Alfred Wegener in 1912.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Continental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Pangaea: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the continents were once joined in one big continent called Pangaea.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Break-up: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broke into pieces which slowly moved apart to form today's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Continental Drift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evidence supports the theory: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Jigsaw fit: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coasts of Africa and South America fit together like a puzzle.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Fossils: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fossils of plants and animals are found on both sides of the Atlantic.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Continental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types and ages of rocks are found on continents now far apart.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Old ice marks: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Marks of ancient glaciers are found in hot lands such as Africa and India.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Continental Drift</a:t>
            </a:r>
            <a:endParaRPr lang="en-US" sz="3600" dirty="0"/>
          </a:p>
        </p:txBody>
      </p:sp>
      <p:pic>
        <p:nvPicPr>
          <p:cNvPr id="4" name="Image 0" descr="/home/claude/f4/img/v2/jigsaw_last.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jigsaw fit of the continents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single big continent of long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jigsaw fit and the same fossils on both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theory of continental drift was given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single big continent was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Africa and South America fit like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the news or ask an adult about a recent earthquake or volcanic eruption in the world. Write the name of the country and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des continents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Ice sheet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L'inlandsis / la calotte glaciaire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move apart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S'éloigner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The Theory of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theory of continental drift. Describe the break-up of Pangaea. Explain the evidence for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with map evidence, that the continents have moved, and to read the shape of the continents on a world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Theory of Continental Drift; Evidence of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Listen to the news or ask an adult about a recent earthquake or volcanic eruption in the world. Write the name of the country and what happened.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 paper map of the two continents and fit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this small animal could not swim across the ocean.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push two books apart slowly on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“Marble Skin Fish Fossil” by Bold Frontiers, CC BY 2.0, via Flickr (https://www.flickr.com/photos/82955120@N05/14091612527)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“Silfra Fissure” by Daveography.ca, CC BY-NC-SA 2.0, via Flickr (https://www.flickr.com/photos/71482738@N00/32857247053)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