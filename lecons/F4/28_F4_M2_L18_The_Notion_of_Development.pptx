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 Notion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The Concept of Development. The key notions we shall use today are: development, underdevelopment, poverty, sustainable development. At the end, you should be able to do this: learners are able to explain development and underdevelopment and act for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9: Description of Drainage on Maps. The question was: Describe the drainage of a map extract in five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answer names the main river and its direction of flow with evidence, counts its tributaries, names the pattern (e.g. dendritic), mentions lakes or swamps and gives the density.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development and underdevelopment. Number 2: define sustainable development. Number 3: state the main principles of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countries are rich and others are poor. People need food, health and education. Resources must be protected for the future.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brothers compare their lives: one lives in Garoua with no electricity and few jobs; the other lives in Paris with good hospitals, schools and roads. They ask why their countries are so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brothers want to understand differences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signs of development in Paris.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Good hospitals and schools (also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sign of underdevelopment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electricity (also few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today so that future generations can also meet their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what development means and how to achieve it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in a rich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improvement of people's living conditions: income, health, education and freedom.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poor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underdevelopment?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situation where most people live in poverty, with poor services and low incomes.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three pillars.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Development that meets present needs without harming the ability of future generations to meet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principles of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Protect the environment and share wealth fairly (also involve people, think of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education a principle of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people skills to improve their lives and protect their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Development and Underdevelopment.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Sustainable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Principles of Sustainable Development. Sustainable development follows these principles. On this slide we have Economic principle and Social principle.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Principles of Sustainable Development. On this slide we have Environmental principle and Participation.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pillars of sustainable 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sustainable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development that meets present needs without harming future generations.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principles.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protect the environment and share wealth fairly.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underdevelopment; number 2, sustainable; number 3, environmental.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examples of sustainable actions in your community.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Indicators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THE NOTION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Notion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Concept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 Notion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underdevelopment, poverty,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development, underdevelopment and sustainable development; main principles of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development and underdevelopment and act for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9: Description of Drainage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drainage of a map extract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answer names the main river and its direction of flow with evidence, counts its tributaries, names the pattern (e.g. dendritic), mentions lakes or swamps and gives the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development and underdevelopment.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sustainable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principles of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rich and others are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food, health and education.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Resources must be protected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brothers compare their lives: one lives in Garoua with no electricity and few jobs; the other lives in Paris with good hospitals, schools and roads. They ask why their countries are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brothers want to understand differences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signs of development in Paris.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hospitals and schools (also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of underdevelopment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electricity (also few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today so that future generations can also meet their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what development means and how to achieve it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a rich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improvement of people's living conditions: income, health, education and freedom.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UNDERDEVELOPMENT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UNDERDEVELOPMENT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UNDERDEVELOPMENT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situation where most people live in poverty, with poor services and low incomes.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SUSTAINABLE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pillars.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that meets present needs without harming the ability of future generations to meet theirs.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principles of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environment and share wealth fairly (also involve people, think of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education a principle of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people skills to improve their lives and protect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Concept of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people's living conditions and well-being.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of poverty, low income and poor services for most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development that meets present needs without harming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Principles of Sustainable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Sustainable development follows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growth must create jobs and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Wealth, health and education must be shared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Principles of Sustainable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must be used without destroying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Participation: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must take part in decisions that affect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Principles of Sustainable Development</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pillars of sustainable 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that meets present needs without harming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principles.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environment and share wealth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situation of widespread poverty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Development that protects the future is ______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three pillars are economic, social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sustainable actions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Well-being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bien-être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L'avenir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richesse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 Notion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development and underdevelopment. Define sustainable development. State the main principles of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development and underdevelopment and act for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Principles of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examples of sustainable actions in your community.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signs of development.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signs of poverty.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role of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2026-10-02T05:13:28Z</dcterms:created>
  <dcterms:modified xsi:type="dcterms:W3CDTF">2026-10-02T05:13:28Z</dcterms:modified>
</cp:coreProperties>
</file>