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18: The Notion of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Process of Development, and the sub-topic is The Concept of Development. The key notions we shall use today are: development, underdevelopment, poverty, sustainable development. At the end, you should be able to do this: learners are able to explain development and underdevelopment and act for sustainable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9: Description of Drainage on Maps. The question was: Describe the drainage of a map extract in five sentences.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good answer names the main river and its direction of flow with evidence, counts its tributaries, names the pattern (e.g. dendritic), mentions lakes or swamps and gives the density.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development and underdevelopment. Number 2: define sustainable development. Number 3: state the main principles of sustainable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Some countries are rich and others are poor. People need food, health and education. Resources must be protected for the future.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Two brothers compare their lives: one lives in Garoua with no electricity and few jobs; the other lives in Paris with good hospitals, schools and roads. They ask why their countries are so different.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brothers want to understand differences in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two signs of development in Paris.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Good hospitals and schools (also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Give one sign of underdevelopment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electricity (also few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resources wisely today so that future generations can also meet their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what development means and how to achieve it sustainably.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city in a rich country.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improvement of people's living conditions: income, health, education and freedom.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poor neighbourhood.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underdevelopment?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situation where most people live in poverty, with poor services and low incomes.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three pillars.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sustainable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Development that meets present needs without harming the ability of future generations to meet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planting trees.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principles of sustainable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Protect the environment and share wealth fairly (also involve people, think of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classroom.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education a principle of sustainable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gives people skills to improve their lives and protect their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Development and Underdevelopment.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Sustainable development.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Principles of Sustainable Development. Sustainable development follows these principles. On this slide we have Economic principle and Social principle.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Principles of Sustainable Development. On this slide we have Environmental principle and Participation.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pillars of sustainable development.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sustainable development.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development that meets present needs without harming future generations.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principles.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protect the environment and share wealth fairly.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underdevelopment; number 2, sustainable; number 3, environmental.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three examples of sustainable actions in your community.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19: Indicators of Development.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18: THE NOTION OF DEVELOPMENT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Notion of Development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Process of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Concept of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18: The Notion of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 underdevelopment, poverty, sustainable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development, underdevelopment and sustainable development; main principles of sustainable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development and underdevelopment and act for sustainable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9: Description of Drainage on Maps):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drainage of a map extract in five sentences.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good answer names the main river and its direction of flow with evidence, counts its tributaries, names the pattern (e.g. dendritic), mentions lakes or swamps and gives the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development and underdevelopment.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sustainable development.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main principles of sustainable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countries are rich and others are poor.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need food, health and education.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Resources must be protected for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brothers compare their lives: one lives in Garoua with no electricity and few jobs; the other lives in Paris with good hospitals, schools and roads. They ask why their countries are so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brothers want to understand differences in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signs of development in Paris.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 hospitals and schools (also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sign of underdevelopment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electricity (also few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resources wisely today so that future generations can also meet their needs.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what development means and how to achieve it sustainably.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DEVELOPMENT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skyl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city in a rich country.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improvement of people's living conditions: income, health, education and freedom.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UNDERDEVELOPMENT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poor neighbourhood.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UNDERDEVELOPMENT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underdevelopment?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UNDERDEVELOPMENT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situation where most people live in poverty, with poor services and low incomes.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SUSTAINABLE DEVELOPMENT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ustai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three pillars.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SUSTAINABLE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sustainable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SUSTAINABLE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Development that meets present needs without harming the ability of future generations to meet theirs.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tree_plant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Planting trees.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principles of sustainable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environment and share wealth fairly (also involve people, think of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choo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classroom.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education a principle of sustainable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PRINCIPLES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people skills to improve their lives and protect their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Process of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Concept of Development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The Notion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improvement of people's living conditions and well-being.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Underdevelopment: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situation of poverty, low income and poor services for most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Sustainable 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development that meets present needs without harming future generations.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Principles of Sustainable Development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Sustainable development follows these principles: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principle: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Economic growth must create jobs and income.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Social principle: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Wealth, health and education must be shared fairly.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Principles of Sustainable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Environmental principle: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Resources must be used without destroying the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Participation: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must take part in decisions that affect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Principles of Sustainable Development</a:t>
            </a:r>
            <a:endParaRPr lang="en-US" sz="3600" dirty="0"/>
          </a:p>
        </p:txBody>
      </p:sp>
      <p:pic>
        <p:nvPicPr>
          <p:cNvPr id="4" name="Image 0" descr="/home/claude/f4/img/v2/sustai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pillars of sustainable development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sustainable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Development that meets present needs without harming future generations.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principles.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environment and share wealth fairly.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situation of widespread poverty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Development that protects the future is ______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three pillars are economic, social and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examples of sustainable actions in your community.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Indicators of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Development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développement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Poverty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pauvreté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Sustainable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Durable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Well-being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bien-être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Future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L'avenir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Wealth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richesse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Process of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18: The Notion of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development and underdevelopment. Define sustainable development. State the main principles of sustainable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development and underdevelopment and act for sustainable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Main Principles of Sustainable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three examples of sustainable actions in your community.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signs of development.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signs of poverty.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three circles.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the role of school.</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“Aerial View City Skyline Skyscraper” by unknown, CC0 1.0, via rawpixel (https://www.rawpixel.com/image/5967710/aerial-view-city-skyline-skyscraper)</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“Haitian Students Breathe New Life into Depleted Pine Forest” by United Nations Photo, CC BY-NC-ND 2.0, via Flickr (https://www.flickr.com/photos/35483578@N03/5860275159)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“Students in Primary Seven at Zanaki Primary School” by World Bank Photo Collection, CC BY-NC-ND 2.0, via Flickr (https://www.flickr.com/photos/10816734@N03/33423887921)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2026-09-28T21:15:04Z</dcterms:created>
  <dcterms:modified xsi:type="dcterms:W3CDTF">2026-09-28T21:15:04Z</dcterms:modified>
</cp:coreProperties>
</file>