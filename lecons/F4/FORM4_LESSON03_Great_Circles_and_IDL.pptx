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Lst>
  <p:notesMasterIdLst>
    <p:notesMasterId r:id="rId4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notesMaster" Target="notesMasters/notesMaster1.xml"/><Relationship Id="rId50" Type="http://schemas.openxmlformats.org/officeDocument/2006/relationships/presProps" Target="presProps.xml"/><Relationship Id="rId51" Type="http://schemas.openxmlformats.org/officeDocument/2006/relationships/viewProps" Target="viewProps.xml"/><Relationship Id="rId52" Type="http://schemas.openxmlformats.org/officeDocument/2006/relationships/theme" Target="theme/theme1.xml"/><Relationship Id="rId5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3: Great Circles and the International Date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4. It belongs to The Earth as a Planet in the Solar System — Location and Time. We shall need 50 minutes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The Earth as a Planet in the Solar System, and the sub-topic is Location and Time. The key notions we shall use today are: great circle, small circle, shortest route, date line. At the end, you should be able to do this: learners are able to explain why aeroplanes follow curved routes, and why the date changes when people cross the Pacific Ocean.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2: Earth Divisions: Latitudes and Longitudes. The question was: Watch or listen to news about a flight from Douala to Paris or to Dubai. Write the name of the route and ask an adult why aeroplanes do not always fly in a straight line on a flat map.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Example: Douala–Paris flies north over the Sahara and the Mediterranean. Aeroplanes follow the curved Earth: the shortest route is a great circle, which looks curved on a flat map.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a great circle and a small circle, with examples. Number 2: give the importance of great circles. Number 3: describe the International Date Line and explain its importance.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Latitudes are parallel lines; the Equator is the longest. Longitudes meet at the poles. The 180° meridian is opposite the Prime Meridian.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On 31 December, Fatimé watches the news. In the afternoon, people in Australia are already celebrating the New Year. After midnight in Garoua, people in America are still waiting.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Fatimé does not understand why the New Year comes at different times.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Which country celebrates first?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Australia (and New Zealand).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Which line decides where a new day begins?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International Date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use great circles to understand routes and the Date Line to understand the change of 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know great circles and the line where each new day begins.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a great circle and a small circle.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Which circle cuts the Earth into two equal halves?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great circle, like the Equator.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new Year fireworks in Sydney, Australia.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Why does Australia see the New Year before Cameroon?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is far to the east, near the Date Line, where each new day begins.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the International Date Line in the Pacific Ocean.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West of the line it is Monday. What day is it east of the line?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Sunday: one day behind.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Great Circles. Great circles are explained as follows. On this slide we have Great circle and Small circle.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Great Circles. On this slide we have Examples and Importance.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great circles and small circles.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International Date Line. The International Date Line is explained as follows. On this slide we have Meaning and Position.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International Date Line. On this slide we have Crossing westwards and Crossing eastwards.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the International Date Line.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Is the Equator a great circle? Why?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yes. It cuts the Earth into two equal halves.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What happens to the date when we cross the Date Line going west?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we add one day.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great; number 2, 180th; number 3, add.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Bring an atlas, a ruler and a pencil to the next lesson. Find the map of Cameroon in your atlas.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Practical Work 1: Locate a Place on a Map.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LESSON 3: GREAT CIRCLES AND THE INTERNATIONAL DATE LINE</a:t>
            </a:r>
            <a:endParaRPr lang="en-US" sz="14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4</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3</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Great Circles and the International Date Line</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4</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The Earth as a Planet in the Solar System — Location and Time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Earth as a Planet in the Solar System</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Location and Time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3: Great Circles and the International Date Line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Great circle, small circle, shortest route, date line.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Great circles and the International Date Line: meaning, illustrations and importance.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why aeroplanes follow curved routes, and why the date changes when people cross the Pacific Ocean.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2: Earth Divisions: Latitudes and Longitudes):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Watch or listen to news about a flight from Douala to Paris or to Dubai. Write the name of the route and ask an adult why aeroplanes do not always fly in a straight line on a flat map.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Example: Douala–Paris flies north over the Sahara and the Mediterranean. Aeroplanes follow the curved Earth: the shortest route is a great circle, which looks curved on a flat map.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a great circle and a small circle, with examples.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Give the importance of great circles.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International Date Line and explain its importance.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Latitudes are parallel lines; the Equator is the longest.</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Longitudes meet at the poles.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180° meridian is opposite the Prime Meridian.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 31 December, Fatimé watches the news. In the afternoon, people in Australia are already celebrating the New Year. After midnight in Garoua, people in America are still waiting.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Fatimé does not understand why the New Year comes at different times.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country celebrates first?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Australia (and New Zealand).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line decides where a new day begins?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International Date Line.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Use great circles to understand routes and the Date Line to understand the change of date.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know great circles and the line where each new day begins.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GREAT CIRCLES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great_circl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great circle and a small circle.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GREAT CIRCLES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circle cuts the Earth into two equal halves?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GREAT CIRCLES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great circle, like the Equator.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THE INTERNATIONAL DATE LINE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4_fireworks.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New Year fireworks in Sydney, Australia.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THE INTERNATIONAL DATE LINE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does Australia see the New Year before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THE INTERNATIONAL DATE LINE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far to the east, near the Date Line, where each new day begins.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THE INTERNATIONAL DATE LINE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idl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International Date Line in the Pacific Ocean.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THE INTERNATIONAL DATE LINE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West of the line it is Monday. What day is it east of the line?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THE INTERNATIONAL DATE LINE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Sunday: one day behind.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The Earth as a Planet in the Solar System</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Location and Time</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3: Great Circles and the International Date Line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Great Circles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Great circles are explained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Great circle: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circle that cuts the Earth into two equal halves.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Small circle: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circle, like a tropic, that does not cut the Earth into equal halves.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Great Circles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Examples: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Equator and every meridian joined to its opposite meridian are great circles.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Importance: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great circle gives the shortest route between two places, so pilots and ships follow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Great Circles</a:t>
            </a:r>
            <a:endParaRPr lang="en-US" sz="3600" dirty="0"/>
          </a:p>
        </p:txBody>
      </p:sp>
      <p:pic>
        <p:nvPicPr>
          <p:cNvPr id="4" name="Image 0" descr="/home/claude/f4/img/v2/great_circl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great circles and small circles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International Date Line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International Date Line is explained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Meaning: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line where each new calendar day begins.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Position: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follows the 180° meridian in the Pacific Ocean but bends to avoid land.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International Date Line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Crossing westwards: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traveller who crosses it going west adds one day.</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Crossing eastwards: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traveller who crosses it going east removes one day.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International Date Line</a:t>
            </a:r>
            <a:endParaRPr lang="en-US" sz="3600" dirty="0"/>
          </a:p>
        </p:txBody>
      </p:sp>
      <p:pic>
        <p:nvPicPr>
          <p:cNvPr id="4" name="Image 0" descr="/home/claude/f4/img/v2/idl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the International Date Line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Is the Equator a great circle? Why?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Yes. It cuts the Earth into two equal halves.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happens to the date when we cross the Date Line going west?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 add one day.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circle that cuts the Earth into two equal halves is a ______ circle.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International Date Line follows the ______ degree line.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Crossing the line going west, we ______ one day.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Bring an atlas, a ruler and a pencil to the next lesson. Find the map of Cameroon in your atlas.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Practical Work 1: Locate a Place on a Map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Great circle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grand cercle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Small circle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petit cercle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Shortest route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chemin le plus court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Date Line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ligne de changement de date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Pacific Ocean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L'océan Pacifique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Date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date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Day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jour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Traveller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voyageur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The Earth as a Planet in the Solar System</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3: Great Circles and the International Date Line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a great circle and a small circle, with examples. Give the importance of great circles. Describe the International Date Line and explain its importance.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why aeroplanes follow curved routes, and why the date changes when people cross the Pacific Ocean.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46"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Great Circles; The International Date Line.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Bring an atlas, a ruler and a pencil to the next lesson. Find the map of Cameroon in your atlas.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4 min | Recall, situation, action 6 min | 3 activities 12 min | Board summary (copying) 15 min | Evaluation, remediation 5 min | Homework, next lesson 3 min | Logbook 5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cut an orange in two equal halves, then cut a small piece from the top.</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ask learners who has seen the New Year on television.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draw a line and write MONDAY on the left and SUNDAY on the right.</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 Form 4 — The Earth as a Planet in the Solar System.</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Teacher's lesson notes (Form 4), checked and corrected where necessary.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“New Year's Fireworks - Sydney Harbour” by Charlie Brewer, CC BY-NC-SA 2.0, via Flickr (https://www.flickr.com/photos/11827916@N00/2157381693)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47</Slides>
  <Notes>47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47</vt:i4>
      </vt:variant>
    </vt:vector>
  </HeadingPairs>
  <TitlesOfParts>
    <vt:vector size="5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2026-09-27T10:04:50Z</dcterms:created>
  <dcterms:modified xsi:type="dcterms:W3CDTF">2026-09-27T10:04:50Z</dcterms:modified>
</cp:coreProperties>
</file>