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Lst>
  <p:notesMasterIdLst>
    <p:notesMasterId r:id="rId5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notesMaster" Target="notesMasters/notesMaster1.xml"/><Relationship Id="rId52" Type="http://schemas.openxmlformats.org/officeDocument/2006/relationships/presProps" Target="presProps.xml"/><Relationship Id="rId53" Type="http://schemas.openxmlformats.org/officeDocument/2006/relationships/viewProps" Target="viewProps.xml"/><Relationship Id="rId54" Type="http://schemas.openxmlformats.org/officeDocument/2006/relationships/theme" Target="theme/theme1.xml"/><Relationship Id="rId5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Lesson 2: The Soil Profile.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Form 4. It belongs to Module I: Ecological Systems and their Resources. We shall need 2 periods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Conservation of World's Biomes and Resources, and the sub-topic is The Soil. The key notions we shall use today are: soil profile, horizon, topsoil, subsoil, regolith, bedrock. At the end, you should be able to do this: learners are able to draw and describe a simple soil profile.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Lesson 1: Concept of the Soil. The question was: Collect two soil samples from different places and compare their colour and texture.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Example: soil under trees is dark and soft (much humus); soil on the path is pale, sandy and hard (little humus).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define a soil profile and a horizon. Number 2: identify the horizons of a simple soil profile. Number 3: draw and label a soil profile.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Soil has mineral and organic matter. Rocks weather into small pieces. Plant roots grow in the soil.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Workers dig a deep well in the school compound. On the side of the hole, the class sees dark soil at the top, reddish soil below and broken rock at the bottom.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The class wants to understand the layers seen in the well.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What colour is the top layer?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Dark.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What is at the bottom?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Broken rock.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protect the topsoil, which is the richest layer.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lesson helps us to understand the layers of the soil.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picture: a soil pit showing layers.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What is a soil profile?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A vertical section of the soil from the surface to the bedrock.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diagram: a simple soil profile.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Name the horizons of the soil profile from top to bottom.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Topsoil (A), subsoil (B), regolith (C) and bedrock.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picture: dead leaves on the ground.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Why is the topsoil dark and rich?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It contains humus from rotting leaves.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4. Look carefully at this picture: red subsoil.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4: Describe the subsoil and the regolith.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 subsoil has little humus and many minerals; the regolith is weathered rock.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5. Look carefully at this diagram: an ideal soil profile.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5: Which horizon is most important for farmers?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 topsoil, where most roots and plant food are.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the definitions. The key terms of this lesson are defined as follows. On this slide we have Soil profile and Horizon.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The Horizons of a Simple Soil Profile. A simple soil profile has the following horizons. On this slide we have Topsoil (A) and Subsoil (B).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The Horizons of a Simple Soil Profile. On this slide we have Regolith (C) and Bedrock (R).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a simple soil profile.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Name the four layers of a soil profile.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topsoil, subsoil, regolith and bedrock.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Which horizon is rich in humus?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the topsoil.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horizon; number 2, regolith; number 3, bedrock.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Draw and label a simple soil profile.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Lesson 3: Soil Erosion.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FORM 4</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LESSON 2: THE SOIL PROFILE</a:t>
            </a:r>
            <a:endParaRPr lang="en-US" sz="16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DGCAST-GAROUA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jp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jp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jp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slideLayout" Target="../slideLayouts/slideLayout2.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slideLayout" Target="../slideLayouts/slideLayout2.xml"/><Relationship Id="rId3" Type="http://schemas.openxmlformats.org/officeDocument/2006/relationships/notesSlide" Target="../notesSlides/notesSlide49.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FORM 4</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Lesson 2</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The Soil Profile</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Form 4</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Module I: Ecological Systems and their Resources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2 periods (2 × 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Conservation of World's Biomes and Resources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The Soil</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Lesson 2: The Soil Profile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Soil profile, horizon, topsoil, subsoil, regolith, bedrock.</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A simple soil profile.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draw and describe a simple soil profile.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(Lesson 1: Concept of the Soil):</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Collect two soil samples from different places and compare their colour and texture.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Example: soil under trees is dark and soft (much humus); soil on the path is pale, sandy and hard (little humus).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Define a soil profile and a horizon.</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Identify the horizons of a simple soil profile.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Draw and label a soil profile.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Soil has mineral and organic matter.</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Rocks weather into small pieces.</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Plant roots grow in the soil.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Workers dig a deep well in the school compound. On the side of the hole, the class sees dark soil at the top, reddish soil below and broken rock at the bottom.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class wants to understand the layers seen in the well.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colour is the top layer?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Dark.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at the bottom?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Broken rock.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Protect the topsoil, which is the richest layer.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lesson helps us to understand the layers of the soil.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lsa_soilpit.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soil pit showing layers.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a soil profile?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vertical section of the soil from the surface to the bedrock.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HORIZONS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soil_profile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simple soil profile.</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HORIZONS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Name the horizons of the soil profile from top to bottom.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HORIZONS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Topsoil (A), subsoil (B), regolith (C) and bedrock.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TOPSOIL</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lsa_litter.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Dead leaves on the ground.</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TOPSOIL</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is the topsoil dark and rich?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TOPSOIL</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contains humus from rotting leaves.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SUBSOIL AND REGOLITH</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a:t>
            </a:r>
            <a:endParaRPr lang="en-US" sz="3600" dirty="0"/>
          </a:p>
        </p:txBody>
      </p:sp>
      <p:pic>
        <p:nvPicPr>
          <p:cNvPr id="4" name="Image 0" descr="/home/claude/f4/img/v2/f2t_laterite.jpg">    </p:cNvPr>
          <p:cNvPicPr>
            <a:picLocks noChangeAspect="1"/>
          </p:cNvPicPr>
          <p:nvPr/>
        </p:nvPicPr>
        <p:blipFill>
          <a:blip r:embed="rId1"/>
          <a:stretch>
            <a:fillRect/>
          </a:stretch>
        </p:blipFill>
        <p:spPr>
          <a:xfrm>
            <a:off x="2248777" y="1783080"/>
            <a:ext cx="7694141"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Red subsoil.</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SUBSOIL AND REGOLITH</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Describe the subsoil and the regolith.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SUBSOIL AND REGOLITH</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subsoil has little humus and many minerals; the regolith is weathered rock.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ILLUSTRATION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a:t>
            </a:r>
            <a:endParaRPr lang="en-US" sz="3600" dirty="0"/>
          </a:p>
        </p:txBody>
      </p:sp>
      <p:pic>
        <p:nvPicPr>
          <p:cNvPr id="4" name="Image 0" descr="/home/claude/f4/img/v2/ideal_profile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An ideal soil profile.</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ILLUSTRATION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Which horizon is most important for farmers?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ILLUSTRATION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topsoil, where most roots and plant food are.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Topic: Conservation of World's Biomes and Resources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Sub-topic: The Soil</a:t>
            </a:r>
            <a:endParaRPr lang="en-US" sz="4000" dirty="0"/>
          </a:p>
          <a:p>
            <a:pPr algn="l"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2: The Soil Profile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DEFINITIONS</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key terms of this lesson are defined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Soil profile: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a vertical section of the soil from the surface to the bedrock.</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Horizon: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a layer of the soil profile with its own colour and texture.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The Horizons of a Simple Soil Profile</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A simple soil profile has the following horizons: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Topsoil (A):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dark and rich in humus, and most roots are found in it.</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Subsoil (B):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has little humus and receives minerals washed down from the topsoil.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The Horizons of a Simple Soil Profile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Regolith (C):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made of weathered and broken rock.</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Bedrock (R):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solid rock at the bottom.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The Horizons of a Simple Soil Profile</a:t>
            </a:r>
            <a:endParaRPr lang="en-US" sz="3600" dirty="0"/>
          </a:p>
        </p:txBody>
      </p:sp>
      <p:pic>
        <p:nvPicPr>
          <p:cNvPr id="4" name="Image 0" descr="/home/claude/f4/img/v2/soil_profile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a simple soil profile</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Name the four layers of a soil profile.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Topsoil, subsoil, regolith and bedrock.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Which horizon is rich in humus?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topsoil.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A layer of the soil is a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The layer of broken rock is the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The solid rock at the bottom is the ______.</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Draw and label a simple soil profile.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3: Soil Erosion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46"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Profile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profil</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Horizon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L'horizon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Topsoil</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couche arable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Subsoil</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sous-sol</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Bedrock</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roche mère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Root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racine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47"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Conservation of World's Biomes and Resources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Lesson 2: The Soil Profile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Define a soil profile and a horizon. Identify the horizons of a simple soil profile. Draw and label a soil profile.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draw and describe a simple soil profile.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48"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DEFINITIONS; The Horizons of a Simple Soil Profile.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Draw and label a simple soil profile.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8 min | Recall, situation, action 10 min | 5 activities 30 min | Board summary (copying) 30 min | Evaluation, remediation 10 min | Homework, next lesson 5 min | Logbook 7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describe the sides of a well.</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draw the profile.</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dig a small hole.</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4): compare colours.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5): label a drawing.</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Geography Syllabus, Forms I–V, MINESEC (2023) — Form 4, Module I: Ecological Systems and their Resources.</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1: “Humic Dystrudept (fine-loamy, isotic, frigid)” by SoilScience.info, CC BY 2.0, via Flickr (https://www.flickr.com/photos/22503286@N06/5140645742)</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3: “Heavily earthworm-infested soil” by esagor, CC BY-NC 2.0, via Flickr (https://www.flickr.com/photos/7357861@N03/1993224477)</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4: “Laterite soil bricks in Richard Rebello's farm” by India Water Portal, CC BY-NC-SA 2.0, via Flickr (https://www.flickr.com/photos/21623815@N03/10720461943)</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49</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49</Slides>
  <Notes>49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49</vt:i4>
      </vt:variant>
    </vt:vector>
  </HeadingPairs>
  <TitlesOfParts>
    <vt:vector size="5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2026-10-02T05:13:20Z</dcterms:created>
  <dcterms:modified xsi:type="dcterms:W3CDTF">2026-10-02T05:13:20Z</dcterms:modified>
</cp:coreProperties>
</file>