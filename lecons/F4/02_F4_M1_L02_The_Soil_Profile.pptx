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profile, horizon, topsoil, subsoil, regolith, bedrock. At the end, you should be able to do this: learners are able to draw and describe a simple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Concept of the Soil. The question was: Collect two soil samples from different places and compare their colour and texture.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soil under trees is dark and soft (much humus); soil on the path is pale, sandy and hard (little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soil profile and a horizon. Number 2: identify the horizons of a simple soil profile. Number 3: draw and label a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mineral and organic matter. Rocks weather into small pieces. Plant roots grow in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the school compound. On the side of the hole, the class sees dark soil at the top, reddish soil below and broken rock at the bottom.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wants to understand the layers seen in the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top layer?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at the bottom?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Broken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topsoil, which is the richest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layers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showing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soil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vertical section of the soil from the surface to the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simple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horizons of the soil profile from top to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Topsoil (A), subsoil (B), regolith (C) and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topsoil dark and rich?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contains humus from rotting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red subsoil.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subsoil and the regolith.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subsoil has little humus and many minerals; the regolith is weathered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an ideal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horizon is most important for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topsoil, where most roots and plant food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profile and Horizon.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Horizons of a Simple Soil Profile. A simple soil profile has the following horizons. On this slide we have Topsoil (A) and Subsoil (B).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Horizons of a Simple Soil Profile. On this slide we have Regolith (C) and Bedrock (R).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simple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layers of a soil profile.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topsoil, subsoil, regolith and bedrock.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horizon is rich in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topsoil.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horizon; number 2, regolith; number 3,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a simple soil profile.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Erosion.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SOIL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topsoil, subsoil, regolith, bedrock.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 simple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a simple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Concept of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two soil samples from different places and compare their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soil under trees is dark and soft (much humus); soil on the path is pale, sandy and hard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soil profile and a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horizons of a simple soil profile.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label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mineral and organic matter.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weather into small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 roots grow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the school compound. On the side of the hole, the class sees dark soil at the top, reddish soil below and broken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understand the layers seen in the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top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topsoil, which is the richest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layers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 showing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vertical section of the soil from the surface to the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horizons of the soil profile from top to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(A), subsoil (B), regolith (C)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topsoil dark and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humus from rotting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subsoil.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subsoil and the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subsoil has little humus and many minerals; the regolith is weathered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most important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topsoil, where most roots and plant food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vertical section of the soil from the surface to the bedrock.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soil profile with its own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simple soil profile has the following horizons: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Topsoil (A):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dark and rich in humus, and most roots are found in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Subsoil (B):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little humus and receives minerals washed down from 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weathered and broken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Bedrock (R):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solid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simple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subsoil, regolith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layer of the soil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broken rock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solid rock at the bottom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a simple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soil profile and a horizon. Identify the horizons of a simple soil profile. Draw and label a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Horizons of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sides of a well.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dig a small hole.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colours.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label a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2026-09-29T03:11:34Z</dcterms:created>
  <dcterms:modified xsi:type="dcterms:W3CDTF">2026-09-29T03:11:34Z</dcterms:modified>
</cp:coreProperties>
</file>