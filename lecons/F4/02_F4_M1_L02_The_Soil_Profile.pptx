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The Soil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The Soil. The key notions we shall use today are: soil profile, horizon, topsoil, subsoil, regolith, bedrock. At the end, you should be able to do this: learners are able to draw and describe a simple soil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Concept of the Soil. The question was: Collect two soil samples from different places and compare their colour and texture.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soil under trees is dark and soft (much humus); soil on the path is pale, sandy and hard (little humus).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soil profile and a horizon. Number 2: identify the horizons of a simple soil profile. Number 3: draw and label a soil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 has mineral and organic matter. Rocks weather into small pieces. Plant roots grow in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Workers dig a deep well in the school compound. On the side of the hole, the class sees dark soil at the top, reddish soil below and broken rock at the bottom.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wants to understand the layers seen in the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colour is the top layer?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at the bottom?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Broken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topsoil, which is the richest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layers of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soil pit showing layers.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soil profile?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vertical section of the soil from the surface to the bedrock.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simple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horizons of the soil profile from top to bottom.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Topsoil (A), subsoil (B), regolith (C) and bedrock.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dead leaves on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topsoil dark and rich?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contains humus from rotting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red subsoil.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subsoil and the regolith.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subsoil has little humus and many minerals; the regolith is weathered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an ideal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horizon is most important for farmers?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topsoil, where most roots and plant food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Soil profile and Horizon.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Horizons of a Simple Soil Profile. A simple soil profile has the following horizons. On this slide we have Topsoil (A) and Subsoil (B).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Horizons of a Simple Soil Profile. On this slide we have Regolith (C) and Bedrock (R).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simple soil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layers of a soil profile.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topsoil, subsoil, regolith and bedrock.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horizon is rich in humus?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topsoil.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horizon; number 2, regolith; number 3, bedrock.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and label a simple soil profile.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Soil Erosion.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THE SOIL PROFILE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Soil Profile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The Soil Profile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profile, horizon, topsoil, subsoil, regolith, bedrock.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 simple soil profile.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describe a simple soil profile.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Concept of the Soil):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two soil samples from different places and compare their colour and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soil under trees is dark and soft (much humus); soil on the path is pale, sandy and hard (little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soil profile and a horizon.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horizons of a simple soil profile.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label a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has mineral and organic matter.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weather into small pieces.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 roots grow in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Workers dig a deep well in the school compound. On the side of the hole, the class sees dark soil at the top, reddish soil below and broken rock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wants to understand the layers seen in the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colour is the top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Broken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topsoil, which is the richest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layers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soil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pit showing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vertical section of the soil from the surface to the bedrock.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HORIZONS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simple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HORIZONS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horizons of the soil profile from top to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HORIZONS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Topsoil (A), subsoil (B), regolith (C) and bedrock.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TOPSOIL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Dead leaves on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TOPSOIL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topsoil dark and rich?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TOPSOIL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contains humus from rotting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SUBSOIL AND REGOLITH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Red subsoil.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SUBSOIL AND REGOLITH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subsoil and the regolith.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SUBSOIL AND REGOLITH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subsoil has little humus and many minerals; the regolith is weathered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ILLUSTRATION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idea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ideal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horizon is most important for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topsoil, where most roots and plant food 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Soil</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profile: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vertical section of the soil from the surface to the bedrock.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Horizon: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the soil profile with its own colour and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Horizons of a Simple Soil Profile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simple soil profile has the following horizons: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Topsoil (A):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dark and rich in humus, and most roots are found in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Subsoil (B):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little humus and receives minerals washed down from the topsoil.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Horizons of a Simple Soil Profile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Regolith (C):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made of weathered and broken 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Bedrock (R):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solid rock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Horizons of a Simple Soil Profile</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simple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layers of a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Topsoil, subsoil, regolith and bedrock.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horizon is rich in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topsoil.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layer of the soil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of broken rock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solid rock at the bottom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label a simple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Profile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profil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Topsoil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 arable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sous-sol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Bedrock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The Soil Profile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soil profile and a horizon. Identify the horizons of a simple soil profile. Draw and label a soil profile.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describe a simple soil profile.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Horizons of a Simple Soil Profile.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and label a simple soil profile.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sides of a well.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profile.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dig a small hole.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colours.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label a drawing.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“Humic Dystrudept (fine-loamy, isotic, frigid)” by SoilScience.info, CC BY 2.0, via Flickr (https://www.flickr.com/photos/22503286@N06/5140645742)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“Heavily earthworm-infested soil” by esagor, CC BY-NC 2.0, via Flickr (https://www.flickr.com/photos/7357861@N03/1993224477)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2026-09-28T21:14:56Z</dcterms:created>
  <dcterms:modified xsi:type="dcterms:W3CDTF">2026-09-28T21:14:56Z</dcterms:modified>
</cp:coreProperties>
</file>