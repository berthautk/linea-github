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36: Pressure Belts and Planetary Winds.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Pressure and Winds. The key notions we shall use today are: pressure, wind. At the end, you should be able to do this: learners are able to explain why Garoua has a moist south-west wind in the rainy season and the dry Harmattan in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35: Precipitation. The question was: Observe the wind in Garoua for three days: from which direction does it blow? Is it dry or moist? Write your observations.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In the dry season the wind blows from the north-east (Harmattan): it is dry and dusty. In the rainy season it blows from the south-west: it is moist.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atmospheric pressure, pressure belt and planetary wind. Number 2: distinguish between high-pressure and low-pressure belts. Number 3: identify the pressure belts and planetary winds on a diagram.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Precipitation is water falling from clouds; it is measured with a rain gauge. There are three types of rainfall: convectional, relief and frontal. Wind is air moving from high pressure to low pressure.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From June to September, the wind in Garoua comes from the south-west and brings rain. From December to February, the dry Harmattan comes from the north-east.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why the wind changes with the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wind brings rain?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south-west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wind is dry?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Harmattan, from the north-east.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knowledge of winds to understand the seasons of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big winds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pressure belts of the Northern Hemisphere.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Is the pressure high or low at the Equator?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Low. Hot air rises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sky during the Harmattan.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 Harmattan blows from the Sahara towards the Equator. Which planetary wind is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north-east Trade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animation: animation: the rain belt moves north in July and south in January.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does Garoua have rain in July and not in January?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July, the rain belt and the wet south-west wind reach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Pressure Belts. The major pressure belts are the following. On this slide we have Pressure belt and Equatorial Low.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Pressure Belts. On this slide we have Sub-tropical Highs and Temperate Lows and Polar Highs.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pressure belts and planetary winds.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Planetary Winds. The planetary winds blow between the pressure belts as follows. On this slide we have Trade winds and Westerlies.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Planetary Winds. On this slide we have Polar easterlies and Garoua.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Where is the Equatorial Low?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at the Equator (0°).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Which wind brings rain to Garoua?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south-west wind (monsoon) in the wet season.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low; number 2, Trade; number 3, Harmattan.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Ask someone who has lived by the sea (Douala, Kribi or Limbe) or in the mountains (Buea, Mokolo) whether the wind changes between day and night. Write down what they say.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37: Local Winds.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36: PRESSURE BELTS AND PLANETARY WINDS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gif"/><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Pressure Belts and Planetary Winds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Pressure and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36: Pressure Belts and Planetary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Pressure, wind.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pressure belts (definition and major types); illustration of pressure belts and planetary winds.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Garoua has a moist south-west wind in the rainy season and the dry Harmattan in the dry season.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35: Precipitation):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Observe the wind in Garoua for three days: from which direction does it blow? Is it dry or moist? Write your observations.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In the dry season the wind blows from the north-east (Harmattan): it is dry and dusty. In the rainy season it blows from the south-west: it is moist.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atmospheric pressure, pressure belt and planetary wind.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between high-pressure and low-pressure belts.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pressure belts and planetary winds on a diagram.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Precipitation is water falling from clouds; it is measured with a rain gauge.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There are three types of rainfall: convectional, relief and frontal.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Wind is air moving from high pressure to low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June to September, the wind in Garoua comes from the south-west and brings rain. From December to February, the dry Harmattan comes from the north-east.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why the wind changes with the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brings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south-west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is dry?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from the north-east.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knowledge of winds to understand the seasons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big winds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BELTS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pressure_bel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Pressure belts of the Northern Hemisphere.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the pressure high or low at the Equator?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PRESSURE BELTS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 Hot air rises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harmatt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sky during the Harmattan.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blows from the Sahara towards the Equator. Which planetary wind is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north-east Trade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itcz.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rain belt moves north in July and south in January.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Garoua have rain in July and not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PLANETARY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July, the rain belt and the wet south-west wind reach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Pressure and Winds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36: Pressure Belts and Planetary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Pressure Belts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major pressure belts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Pressure belt: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zone of high or low pressure around the Earth.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Equatorial Low: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air rises at the Equator, giving low pressure and rain (the doldrums).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Pressure Belts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Sub-tropical Highs: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sinks at about 30° N and S, giving high pressure and deserts.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Temperate Lows and Polar Highs: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 pressure lies at about 60°, and cold air sinks at the poles to give high pressure.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Pressure Belts</a:t>
            </a:r>
            <a:endParaRPr lang="en-US" sz="3600" dirty="0"/>
          </a:p>
        </p:txBody>
      </p:sp>
      <p:pic>
        <p:nvPicPr>
          <p:cNvPr id="4" name="Image 0" descr="/home/claude/f4/img/v2/pressure_bel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pressure belts and planetary winds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Planetary Winds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planetary winds blow between the pressure belts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Trade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blow from the sub-tropical highs towards the Equator.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Westerlies: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blow from the sub-tropical highs towards the temperate 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Planetary Winds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Polar easterlies: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blow from the polar highs towards the temperate 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Garoua: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moist south-west monsoon blows in July, and the dry Harmattan blows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Equatorial 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Equator (0°).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wind brings rain to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south-west wind (monsoon) in the wet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At the Equator, the pressure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winds that blow to the Equator are the ______ Winds.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dry wind of January in Garoua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Ask someone who has lived by the sea (Douala, Kribi or Limbe) or in the mountains (Buea, Mokolo) whether the wind changes between day and night. Write down what they say.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37: Local Winds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 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hautes pressions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Low pressure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basses pressions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 belt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ceinture de 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 winds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alizés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Westerlies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vents d'ouest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Doldrums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pot au noir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Planetary 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vent planétaire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36: Pressure Belts and Planetary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atmospheric pressure, pressure belt and planetary wind. Distinguish between high-pressure and low-pressure belts. Identify the pressure belts and planetary winds on a diagram.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Garoua has a moist south-west wind in the rainy season and the dry Harmattan in the dry season.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Pressure Belts; Planetary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Ask someone who has lived by the sea (Douala, Kribi or Limbe) or in the mountains (Buea, Mokolo) whether the wind changes between day and night. Write down what they say.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3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belts on a circle.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the example of December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move a paper strip up and down a map of Africa.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“Bamenda sob a poeira do Harmattan” by carlosoliveirareis, CC BY-NC-SA 2.0, via Flickr (https://www.flickr.com/photos/54218923@N00/387054136)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2026-09-27T10:32:04Z</dcterms:created>
  <dcterms:modified xsi:type="dcterms:W3CDTF">2026-09-27T10:32:04Z</dcterms:modified>
</cp:coreProperties>
</file>