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15: Weathering.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Denudation Processes, Landforms and Impacts on Man — Weathering Processes and Impacts on Man.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 Processes, Landforms and Impacts on Man, and the sub-topic is Weathering Processes and Impacts on Man. The key notions we shall use today are: weathering, in situ, physical weathering, chemical weathering. At the end, you should be able to do this: learners are able to explain why rocks, walls and buildings slowly break down, and to choose materials and actions that slow this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14: Denudation. The question was: Compare an old wall and a new wall in your area. Write three differences you see, and suggest what damaged the old wall.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old wall has cracks, peeling paint and crumbling or dark patches, while the new wall is smooth and clean. It was damaged by rain, sun and heat, plants and time: this is weathering.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weathering. Number 2: distinguish physical and chemical weathering. Number 3: explain briefly the factors of weathering.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Denudation includes weathering, erosion and transportation. Weathering happens in place, without movement. The main agents are running water, wind and waves.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Sadou's compound, an old wall is cracked. Its stones break into sandy pieces at the bottom. A new wall with the same stones still looks strong.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old wall breaks into pieces.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is the old wall weaker than the new one?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has been in the sun and rain for many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 we call this slow breaking of rock?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Weathering.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observe weathering around you and protect buildings from its effects.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how rocks break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an old wall that is breaking.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makes this old wall break slowly?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Sun, rain and air: weathering.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rusty piece of metal.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Rain and air make iron red and weak. Which type of weathering is similar?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Chemical weathering.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tree roots break a rock.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can plants break rocks?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Their roots grow in cracks and open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Weathering. Weathering is defined as follows. On this slide we have Weathering.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Weathering. There are two main types of weathering. On this slide we have Physical weathering and Chemical weathering.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types of weathering.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of Weathering. Weathering depends on the following factors. On this slide we have Climate and Rock characteristics.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Weathering. On this slide we have Vegetation, Time and Human activities.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weathering?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breaking down of rocks in their place.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the two types of weathering.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physical and chemical weathering.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physical; number 2, chemical; number 3, roots.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Touch a big rock or a cement wall at 1 p.m. and again at 7 p.m. Write what you feel, and why this could break the rock after many years.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16: Physical Weathering Processes and Products.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15: WEATHERING</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Weathering</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Denudation Processes, Landforms and Impacts on Man — Weathering Processes and Impacts on Man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 Processes, Landforms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Weathering Processes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15: Weathering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Weathering, in situ, physical weathering, chemical weathering.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types (physical and chemical); general factors of weathering in brief (climate, rock characteristics, vegetation, time, human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why rocks, walls and buildings slowly break down, and to choose materials and actions that slow this down.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14: Denudation):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an old wall and a new wall in your area. Write three differences you see, and suggest what damaged the old wall.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old wall has cracks, peeling paint and crumbling or dark patches, while the new wall is smooth and clean. It was damaged by rain, sun and heat, plants and time: this is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weathering.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physical and chemical weathering.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briefly the factors of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Denudation includes weathering, erosion and transportation.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Weathering happens in place, without movement.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main agents are running water, wind and waves.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Sadou's compound, an old wall is cracked. Its stones break into sandy pieces at the bottom. A new wall with the same stones still looks strong.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old wall breaks into pieces.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old wall weaker than the new 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been in the sun and rain for many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call this slow breaking of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Observe weathering around you and protect buildings from its effects.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how rocks break down.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WEATHERING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oldwal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old wall that is breaking.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WEATHERING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makes this old wall break slowly?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WEATHERING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Sun, rain and air: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WEATHERING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ru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rusty piece of metal.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WEATHERING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 and air make iron red and weak. Which type of weathering is similar?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WEATHERING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Chemical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OF WEATHERING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root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Tree roots break a rock.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OF WEATHERING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plants break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OF WEATHERING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Their roots grow in cracks and open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Denudation Processes, Landforms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Weathering Processes and Impacts on Man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15: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Weathering</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Weathering is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Weathering: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breaking down of rocks in their place by the weather, plants and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Weathering</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There are two main types of weathering: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Physical weathering: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Rocks break into smaller pieces without any change in their minerals.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Chemical weathering: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minerals of the rock are changed by water and air, so the rock rots.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Weathering</a:t>
            </a:r>
            <a:endParaRPr lang="en-US" sz="3600" dirty="0"/>
          </a:p>
        </p:txBody>
      </p:sp>
      <p:pic>
        <p:nvPicPr>
          <p:cNvPr id="4" name="Image 0" descr="/home/claude/f4/img/v2/weathering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types of weathering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of Weathering</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Weathering depends on the following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Hot and wet climates favour chemical weathering, while hot deserts favour physical weathering.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Rock characteristics: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Soft rocks and rocks with many joints break faster.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of Weathering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Vegetation: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Roots open cracks, and rotting plants produce acids that attack rocks.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Time: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longer rocks are exposed, the more they are weathered.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activities: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Roads, quarries and farming expose rocks to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breaking down of rocks in their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the two types of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Physical and chemical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Rocks breaking into pieces without changing is ______ weathering.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Rain and air change the minerals: ______ weathering.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Tree ______ can break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Touch a big rock or a cement wall at 1 p.m. and again at 7 p.m. Write what you feel, and why this could break the rock after many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16: Physical Weathering Processes and Products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Weathering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L'altération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Physical weathering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L'altération physique / mécanique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Chemical weathering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L'altération chimique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Joint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diaclase / fissure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Climate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climat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Vegetation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végétation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 situ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Sur place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 crumble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S'effriter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 Processes, Landforms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15: Weathering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weathering. Distinguish physical and chemical weathering. Explain briefly the factors of weathering.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why rocks, walls and buildings slowly break down, and to choose materials and actions that slow this down.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Weathering; Types of Weathering; Factors of Weathering.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Touch a big rock or a cement wall at 1 p.m. and again at 7 p.m. Write what you feel, and why this could break the rock after many years.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show an old wall of the school.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show a rusty nail.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show a tree root in a cracked wall or road.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Denudation Processes, Landforms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“Cracked wall” by árticotropical, CC BY 2.0, via Flickr (https://www.flickr.com/photos/8581973@N02/521943309)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“Lock down!” by ViNo Gv, CC BY 2.0, via Flickr (https://www.flickr.com/photos/38217093@N03/20143584561)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“Stones 'n' Roots” by erix!, CC BY 2.0, via Flickr (https://www.flickr.com/photos/68387408@N00/55692423)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2026-09-27T10:32:01Z</dcterms:created>
  <dcterms:modified xsi:type="dcterms:W3CDTF">2026-09-27T10:32:01Z</dcterms:modified>
</cp:coreProperties>
</file>