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9: The Theory of Continental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the fit of Africa and South America.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cut a paper map of the two continents and fit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photo shows a fossil fish; Mesosaurus fossils look similar and are found on both sides of the Atlantic.
Without the projector: explain: this small animal could not swim across the ocean.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push two books apart slowly on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Wegener 2. Pangaea 3. puzzle (jigsaw)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9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Theory of Continental Drift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the Earth: Building Processes and Impacts on Man — Internal Structure of the Earth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the Earth: Building Processes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Structure of the Earth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9: The Theory of Continental Drift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Continental drift, Pangaea, Laurasia, Gondwanaland.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theory of continental drift: main idea, illustration and evidence.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explain, with map evidence, that the continents have moved, and to read the shape of the continents on a world map.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theory of continental drift.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break-up of Pangaea.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evidence for continental drift.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crust is broken and lies on the very hot mantle.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mantle flows very slowly.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Fossils are found mainly in sedimentary rocks.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Djibrilla looks at a map. The coast of Africa and the coast of South America look like two pieces of a puzzle. He wonders if they were once joined.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Djibrilla wonders if Africa and South America were once joined.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he notice?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two coasts fit like a puzzle.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first explained this?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Alfred Wegener, in 1912.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that the continents move.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THEORY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jigsaw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closing the Atlantic Ocean.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THEORY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 when we bring South America near Africa?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THEORY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two coasts fit together like a puzzle.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EVIDENCE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foss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fossil of a fish in rock.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EVIDENCE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fossils of the same small reptile (Mesosaurus) are found in Brazil and in southern Africa. What does it prove?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EVIDENCE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two continents were once joined.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EVIDENCE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thingvelli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crack in the ground in Iceland, where two plates move apart.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EVIDENCE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ground here opens a little every year. What does it show?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EVIDENCE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land (the continents) is moving.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Theory of Continental Drift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Structure of the Earth: Building Processes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Internal Structure of the Earth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9: The Theory of Continental Drift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Continental drift: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slow movement of the continents.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Pangaea: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single big continent of long ago.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Theory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Author: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Alfred Wegener (1912).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Idea: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continents were once one: Pangaea.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Break-up: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Pangaea broke into pieces that moved apart.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Evidence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Jigsaw fit: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Africa and South America fit together.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Fossils: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fossils are on both sides.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Rocks: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rocks are on both sides.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Old ice: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Marks of ice are found in hot lands.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Evidence (2/2)</a:t>
            </a:r>
            <a:endParaRPr lang="en-US" sz="3600" dirty="0"/>
          </a:p>
        </p:txBody>
      </p:sp>
      <p:pic>
        <p:nvPicPr>
          <p:cNvPr id="13" name="Image 0" descr="/home/claude/f4/img/v2/jigsaw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fit of the two continents.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Pangaea?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single big continent of long ago.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pieces of evidence for continental drift.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jigsaw fit and the same fossils on both continents.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theory of continental drift was given by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single big continent was called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Africa and South America fit like a ______.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Listen to the news or ask an adult about a recent earthquake or volcanic eruption in the world. Write the name of the country and what happened.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10: The Theory of Plate Tectonics.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Continental drift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dérive des continents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continent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preuve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Fossil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fossile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côte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sheet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L'inlandsis / la calotte glaciaire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Puzzle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puzzle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move apart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S'éloigner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the Earth: Building Processes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9: The Theory of Continental Drift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the theory of continental drift. Describe the break-up of Pangaea. Explain the evidence for continental drift.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explain, with map evidence, that the continents have moved, and to read the shape of the continents on a world map.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Continental drift, Pangaea; II. The Theory: Author, Idea, Break-up; III. Evidence: Jigsaw fit, Fossils, Rocks, Old ice.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Listen to the news or ask an adult about a recent earthquake or volcanic eruption in the world. Write the name of the country and what happened.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The Structure of the Earth: Building Processes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“Marble Skin Fish Fossil” by Bold Frontiers, CC BY 2.0, via Flickr (https://www.flickr.com/photos/82955120@N05/14091612527)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“Silfra Fissure” by Daveography.ca, CC BY-NC-SA 2.0, via Flickr (https://www.flickr.com/photos/71482738@N00/32857247053)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2026-09-27T04:25:14Z</dcterms:created>
  <dcterms:modified xsi:type="dcterms:W3CDTF">2026-09-27T04:25:14Z</dcterms:modified>
</cp:coreProperties>
</file>