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34: Condensation.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Earth-Atmosphere System, and the sub-topic is Forms of Condensation. The key notions we shall use today are: drizzle, precipitation, hail, cloud, fog, dew, mist. At the end, you should be able to do this: learners are able to explain the drops of water that appear on cold objects, grass and windows, and to drive or walk carefully in fog.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33: Weather Elements: Humidity, Wind, Pressure and Sunshine. The question was: Early tomorrow morning, look at the grass, leaves or cars near your house. Write down whether you see drops of water on them, and where you think the water came from.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Yes, there are drops of water (dew) on the grass and cars. The water came from water vapour in the air, which condensed when the air cooled during the night.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condensation, saturation and dew point. Number 2: state the conditions necessary for condensation. Number 3: describe the forms of condensation near the ground and in the atmosphere.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Humidity is the amount of water vapour in the air. It is measured with a hygrometer and given in percent. Warm air can hold more water vapour than cold air.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hot afternoon, Yaya takes a cold bottle out of the refrigerator. After a few minutes, drops of water cover the outside of the bottle. The bottle is closed.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Yaya does not know where the drops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is the water from?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From the water vapour in the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changed it into drops?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cold bottle cooled the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drive carefully in fog and mist.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clouds, fog and dew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drops of water on a cold bottle.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do we call the change of water vapour into drops of water?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Condensation.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fog in the valleys in the morning.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fog?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cloud at ground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very tall storm cloud.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This cloud brings heavy rain and thunder. What is it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cumulonimbus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Condensation. Condensation and its conditions are explained as follows. On this slide we have Condensation and Dew point.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Condensation. On this slide we have Conditions.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Forms of Condensation. Condensation takes the following forms. On this slide we have Dew and Fog and mist.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Forms of Condensation. On this slide we have Clouds and Frost.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condensation?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change of water vapour into water.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Which cloud brings thunderstorms?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cumulonimbus.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condensation; number 2, dew; number 3, fog.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During the next rain, put an empty tin with straight sides in an open place. After the rain, measure the depth of water in it with a ruler, in millimetres.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35: Precipitation.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34: CONDENSATION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Condensation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Earth-Atmosphere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Forms of Condensation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34: Condensation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Drizzle, precipitation, hail, cloud, fog, dew, mist.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condensation; forms of condensation.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drops of water that appear on cold objects, grass and windows, and to drive or walk carefully in fog.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33: Weather Elements: Humidity, Wind, Pressure and Sunshine):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Early tomorrow morning, look at the grass, leaves or cars near your house. Write down whether you see drops of water on them, and where you think the water came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Yes, there are drops of water (dew) on the grass and cars. The water came from water vapour in the air, which condensed when the air cooled during the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condensation, saturation and dew point.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State the conditions necessary for condensation.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forms of condensation near the ground and in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Humidity is the amount of water vapour in the air.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measured with a hygrometer and given in percent.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Warm air can hold more water vapour than cold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hot afternoon, Yaya takes a cold bottle out of the refrigerator. After a few minutes, drops of water cover the outside of the bottle. The bottle is closed.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Yaya does not know where the drops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water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the water vapour in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changed it into drops?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cold bottle cooled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Drive carefully in fog and mist.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clouds, fog and dew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CONDENSATION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coldbottl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Drops of water on a cold bottle.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CONDENSATION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the change of water vapour into drops of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CONDENSATION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Condensation.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FORMS OF CONDENSATION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fog.jpg">    </p:cNvPr>
          <p:cNvPicPr>
            <a:picLocks noChangeAspect="1"/>
          </p:cNvPicPr>
          <p:nvPr/>
        </p:nvPicPr>
        <p:blipFill>
          <a:blip r:embed="rId1"/>
          <a:stretch>
            <a:fillRect/>
          </a:stretch>
        </p:blipFill>
        <p:spPr>
          <a:xfrm>
            <a:off x="342250" y="1783080"/>
            <a:ext cx="1150719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Fog in the valleys in the morning.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FORMS OF CONDENSATION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fog?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FORMS OF CONDENSATION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cloud at ground level.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FORMS OF CONDENSATION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cumulonimbus.jpg">    </p:cNvPr>
          <p:cNvPicPr>
            <a:picLocks noChangeAspect="1"/>
          </p:cNvPicPr>
          <p:nvPr/>
        </p:nvPicPr>
        <p:blipFill>
          <a:blip r:embed="rId1"/>
          <a:stretch>
            <a:fillRect/>
          </a:stretch>
        </p:blipFill>
        <p:spPr>
          <a:xfrm>
            <a:off x="2248777" y="1783080"/>
            <a:ext cx="76941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very tall storm cloud.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FORMS OF CONDENSATION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cloud brings heavy rain and thunder. What is it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FORMS OF CONDENSATION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cumulonimbus cloud.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Earth-Atmosphere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Forms of Condensation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34: Condensation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Condensation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Condensation and its conditions are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Condensation: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change of water vapour into liquid water.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Dew point: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temperature at which the air is saturated and condensation starts.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Condensation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Conditions: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Condensation needs moist air, cooling to the dew point and tiny particles of dust.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Forms of Condensation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Condensation takes the following forms: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drops of water formed on cold surfaces such as grass in the early morning.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Fog and mist: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clouds formed at ground level.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Forms of Condensation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Clouds: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masses of water droplets in the sky, such as cumulus, stratus, cirrus and cumulonimbus.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Frost: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ice formed when the temperature falls below 0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condensation?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change of water vapour into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cloud brings thunderstorms?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cumulonimbus.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Water vapour becoming water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Drops on grass in the morning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cloud at ground level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During the next rain, put an empty tin with straight sides in an open place. After the rain, measure the depth of water in it with a ruler, in millimetres.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35: Precipitation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Condensation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condensation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 vapour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vapeur d'eau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Dew point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point de rosée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rosée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Frost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givre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brouillard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brume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Cloud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nuage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Earth-Atmosphere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34: Condensation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condensation, saturation and dew point. State the conditions necessary for condensation. Describe the forms of condensation near the ground and in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drops of water that appear on cold objects, grass and windows, and to drive or walk carefully in fog.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Condensation; Forms of Condensation.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During the next rain, put an empty tin with straight sides in an open place. After the rain, measure the depth of water in it with a ruler, in millimetres.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bring a cold bottle to class.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a foggy morning on the Adamawa plateau.</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very tall cloud with a flat top.</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“water bottle” by Muffet, CC BY 2.0, via Flickr (https://www.flickr.com/photos/53133240@N00/542497582)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“Mist” by Art by MarkAC, CC BY-SA 2.0, via Flickr (https://www.flickr.com/photos/60580775@N08/40783321332)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“06172012 Sunday evening pulse storms/cumulonimbi” by StormRider93 | Into the Storm, CC BY-NC-ND 2.0, via Flickr (https://www.flickr.com/photos/65232104@N04/7395715628)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2026-09-27T10:32:03Z</dcterms:created>
  <dcterms:modified xsi:type="dcterms:W3CDTF">2026-09-27T10:32:03Z</dcterms:modified>
</cp:coreProperties>
</file>