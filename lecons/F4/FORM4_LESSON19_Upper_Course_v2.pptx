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19: The Upper Course of a River.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descriptions of the Vina Falls, Tello Falls or Kola Gorges.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V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the Vina Falls near Ngaoundéré.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hard rock on top of soft rock.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V 2. waterfall 3. gorge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19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Upper Course of a River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 — The Work of Rivers on the Landscape and Impacts on Man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Work of Rivers on the Landscape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19: The Upper Course of a River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V-shaped valley, waterfalls, rapids, cataracts, potholes.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characteristics and processes of the upper course; landforms of the upper course.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recognise the landforms of the upper course, such as waterfalls and gorges, and to explain their value and dangers.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main characteristics and processes of the upper course.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formation of the landforms of the upper course.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examples of these landforms in Cameroon.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 profile is steep near the source.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erosion is dominant in the upper course.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 erode by hydraulic action, abrasion, attrition and solution.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Near Ngaoundéré, the Vina River falls over a cliff of hard rock. The water is fast and noisy, and the valley sides are steep. Bouba compares it with the slow Benue at Garoua.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Bouba does not know why the river is so different in two places.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the Vina near Ngaoundéré.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Fast, noisy, with a waterfall and steep sides.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course of the river is this?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upper course.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the landforms of the upper course.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V-SHAPED VALLEY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vvalley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cross-section of a valley in the upper course.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V-SHAPED VALLEY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shape of this valley? Why?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V-SHAPED VALLEY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V shape. The river cuts down into its bed.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WATERFALL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4_waterf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waterfall.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WATERFALL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a waterfall form?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WATERFALL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river flows from hard rock onto soft rock that wears away faster.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WATERFALL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waterfall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a waterfall moves back and makes a gorge.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WATERFALL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happens to the waterfall over many years?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WATERFALL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moves back and leaves a gorge.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Upper Course of a River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Denudation Processes, Landforms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The Work of Rivers on the Landscape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19: The Upper Course of a River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Upper course: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steep part of a river near its source.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Waterfall: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place where a river falls over a cliff.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Gorge: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deep, narrow valley below a waterfall.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Characteristics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Slope: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Steep.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Water: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 and noisy.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Main work: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river cuts down (vertical erosion).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Landforms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V-shaped valley: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Narrow with steep sides.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Interlocking spurs: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Hills the river winds around.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Waterfall and gorge: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 rock on soft rock.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Rapids and potholes: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 water on rocks.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Landforms (2/2)</a:t>
            </a:r>
            <a:endParaRPr lang="en-US" sz="3600" dirty="0"/>
          </a:p>
        </p:txBody>
      </p:sp>
      <p:pic>
        <p:nvPicPr>
          <p:cNvPr id="13" name="Image 0" descr="/home/claude/f4/img/v2/waterfall_l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waterfall.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main work of a river in its upper course?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cuts down (vertical erosion).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a gorge form?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waterfall moves back and leaves a deep, narrow valley.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upper course, the valley is ______-shaped.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river falling over a cliff forms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deep valley below a waterfall is a ______.</a:t>
            </a:r>
            <a:endParaRPr lang="en-US" sz="3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 on the Benue Bridge in Garoua or look at a photo of it. Draw the river and its bends, and mark where the water seems fastest.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20: The Middle Course of a River.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Waterfall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chute d'eau / la cascade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Gorge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gorge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rapides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Pothole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marmite de géant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L'éperon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V-shaped valley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vallée en V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Plunge pool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fosse de plongée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rock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roche dure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19: The Upper Course of a River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the main characteristics and processes of the upper course. Explain the formation of the landforms of the upper course. Give examples of these landforms in Cameroon.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recognise the landforms of the upper course, such as waterfalls and gorges, and to explain their value and dangers.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Upper course, Waterfall, Gorge; II. Characteristics: Slope, Water, Main work; III. Landforms: V-shaped valley, Interlocking spurs, Waterfall and gorge, Rapids and potholes.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 on the Benue Bridge in Garoua or look at a photo of it. Draw the river and its bends, and mark where the water seems fastest.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 is an animation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Denudation Processes, Landforms and Impacts on Man.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(Form 4),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“Ekom-Nkam waterfall” by jbdodane, CC BY-NC 2.0, via Flickr (https://www.flickr.com/photos/27998473@N02/11291226526)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2026-09-27T04:25:17Z</dcterms:created>
  <dcterms:modified xsi:type="dcterms:W3CDTF">2026-09-27T04:25:17Z</dcterms:modified>
</cp:coreProperties>
</file>