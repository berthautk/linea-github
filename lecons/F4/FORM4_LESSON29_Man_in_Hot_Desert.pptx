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29: Man in the Hot Desert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Hot Desert Landscapes: Wind Action and Human Adaptation.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Hot Desert Landscapes: Wind Action and Human Adaptation. The key notions we shall use today are: resource, hazard. At the end, you should be able to do this: learners are able to use water carefully and protect themselves from heat and dust during the dry season, as desert people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28: Depositional Features of Wind Action. The question was: Ask an elder in your family how people in your area cope with the heat, the dust and the shortage of water during the dry season. Write down two ways.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people drink more water and store water in jars; they wear long clothes and head scarves against dust; they rest in the shade at midday; they build houses with thick mud walls.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 resource and a hazard. Number 2: identify the main resources of hot deserts. Number 3: describe the main challenges of living in hot deserts. Number 4: explain how people adapt to life in hot deserts.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wind deposits sand when it slows down or meets an obstacle. Sand dunes (barchans and seifs) move in the direction of the wind. Moving dunes and dust can cause problems for people who live near deserts.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March, the well of the Bouba family dries up. Mrs Bouba walks for more than an hour every morning to get water, and the goats are thin.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family has no water near the house.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Who suffers?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Mrs Bouba and the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can the village do?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Dig a deeper well or collect rain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save water and plant trees to fight desertification.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how people live in hot deserts.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big solar power station in Morocco.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is the desert a good place for solar power?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sun shines strongly almost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women carry water in the Sahel.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the biggest problem of people in dry areas?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lack of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young trees planted in rows.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does planting trees help against the desert?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Trees hold the soil and stop the desert from spreading.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Resources of Hot Deserts. Hot deserts have the following resources. On this slide we have Minerals and Solar energy.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Resources of Hot Deserts. On this slide we have Water and Tourism.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Challenges of Hot Deserts. People in hot deserts face the following challenges. On this slide we have Extreme temperatures and Lack of water.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Challenges of Hot Deserts. On this slide we have Sandstorms and Desertification.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Human Adaptations. People adapt to hot deserts in the following ways. On this slide we have Nomadism and Clothes and houses.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Human Adaptations. On this slide we have Irrigation and Tree planting.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resources of hot deserts.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oil and solar energy.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How can we fight desertification?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plant trees (Great Green Wall).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desertification; number 2, sun; number 3, nomads.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Make a table with three columns: resources, hazards and adaptations. Fill it with examples from the hot deserts and from the dry season in Garoua.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30: The Atmosphere.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29: MAN IN THE HOT DESERT ENVIRONMENTS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29</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Man in the Hot Desert Environments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Hot Desert Landscapes: Wind Action and Human Adaptation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Hot Desert Landscapes: Wind Action and Human Adaptation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29: Man in the Hot Desert Environments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Resource, hazard.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Resources of hot deserts; challenges (hazards) of hot deserts; human adaptations.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use water carefully and protect themselves from heat and dust during the dry season, as desert people do.</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28: Depositional Features of Wind Action):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an elder in your family how people in your area cope with the heat, the dust and the shortage of water during the dry season. Write down two ways.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people drink more water and store water in jars; they wear long clothes and head scarves against dust; they rest in the shade at midday; they build houses with thick mud walls.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resource and a hazard.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main resources of hot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challenges of living in hot deserts.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how people adapt to life in hot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wind deposits sand when it slows down or meets an obstacle.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Sand dunes (barchans and seifs) move in the direction of the wind.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Moving dunes and dust can cause problems for people who live near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March, the well of the Bouba family dries up. Mrs Bouba walks for more than an hour every morning to get water, and the goats are thin.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family has no water near the house.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Who suffers?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Mrs Bouba and the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can the village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Dig a deeper well or collect rain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Save water and plant trees to fight desertification.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how people live in hot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RESOURCES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sola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big solar power station in Morocco.</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RESOURCES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desert a good place for solar power?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RESOURCES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sun shines strongly almost every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CHALLENGES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fetchwater.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Women carry water in the Sahel.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CHALLENGES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biggest problem of people in dry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CHALLENGES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lack of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ADAPTATIONS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tree_planting_sahe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Young trees planted in rows.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ADAPTATIONS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planting trees help against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ADAPTATIONS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hold the soil and stop the desert from spreading.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Hot Desert Landscapes: Wind Action and Human Adaptation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29: Man in the Hot Desert Environments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Resources of Hot Deserts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Hot deserts have the following resources: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Minerals: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Deserts contain oil in Algeria and Libya and uranium in Niger.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Solar energy: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Strong sunshine is used for solar power, as in Morocco.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Resources of Hot Deserts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Oases and wells provide water for people and crops.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Tourism: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Dunes and ancient monuments attract tourists.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Challenges of Hot Deserts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in hot deserts face the following challenges: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Extreme temperatures: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Days are very hot and nights are cold.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Lack of water: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Deserts receive less than 250 mm of rain per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Challenges of Hot Deserts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Sandstorms: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Sandstorms hurt the eyes and lungs and bury roads.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Desertification: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desert spreads into neighbouring 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Human Adaptations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adapt to hot deserts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Nomadism: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Nomads such as the Tuareg move with their animals in search of water and pasture.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Clothes and houses: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wear long loose clothes and build houses with thick walls.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Human Adaptations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Irrigation: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from rivers such as the Nile and from wells is used to grow crops.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Tree planting: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Projects such as the Great Green Wall plant trees to stop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resources of hot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Oil and solar energy.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we fight desertification?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trees (Great Green Wall).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spread of the desert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Morocco makes electricity from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Tuareg are ______ who move with their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Make a table with three columns: resources, hazards and adaptations. Fill it with examples from the hot deserts and from the dry season in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30: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ressource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Hazard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risque / l'aléa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Oasis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L'oasis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Nomadism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nomadisme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Irrigation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L'irrigation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Sandstorm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tempête de sable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Desertification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désertification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Adaptation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L'adaptation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29: Man in the Hot Desert Environments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resource and a hazard. Identify the main resources of hot deserts. Describe the main challenges of living in hot deserts. Explain how people adapt to life in hot deserts.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use water carefully and protect themselves from heat and dust during the dry season, as desert people do.</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Resources of Hot Deserts; Challenges of Hot Deserts; Human Adaptations.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Make a table with three columns: resources, hazards and adaptations. Fill it with examples from the hot deserts and from the dry season in Garoua.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who uses a solar panel at home.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use the situation of Mrs Bouba.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mention the Great Green Wall and Opération Sahel Vert.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 — Lesson 29.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Lesson 29 (f4.docx).</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MINEPDED: Opération Sahel Vert (minepded.gov.cm).</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Resource map and oasis diagram drawn for this lesson from Natural Earth data.</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“Noor Ouarzazate III Solar Plant” by Richard Allaway, CC BY 2.0, via Flickr (https://www.flickr.com/photos/16287002@N00/52769922684)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“Women fetch water in Kilte-Awlaelo woreda, Tigray” by UNICEF Ethiopia, CC BY-NC-ND 2.0, via Flickr (https://www.flickr.com/photos/86783452@N02/14056445728)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“Nyando Climate Smart Villages Media Visit” by CGIAR Climate, CC BY-NC-SA 2.0, via Flickr (https://www.flickr.com/photos/55227776@N04/9720026817)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2026-09-27T10:04:55Z</dcterms:created>
  <dcterms:modified xsi:type="dcterms:W3CDTF">2026-09-27T10:04:55Z</dcterms:modified>
</cp:coreProperties>
</file>