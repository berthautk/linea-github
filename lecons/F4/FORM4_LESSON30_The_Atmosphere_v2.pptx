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30: The Atmosphere.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learners what they remember about desert climates, then introduce the new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who has travelled by plane.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four layers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explain: ozone is like a sun hat for the Earth.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atmosphere 2. troposphere 3. stratosphere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30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Atmosphere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Weather and Climate — Adaptation to Climatic Excesses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Earth-Atmosphere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30: 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Atmosphere, ozone layer, depletion.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 of the atmosphere; structure (illustration of the main layers only); thermal structure in the troposphere and the stratosphere; ozone layer depletion.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protect themselves from strong sun rays and to avoid products that damage the ozone layer.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atmosphere.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main layers of the atmosphere on a diagram.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how temperature changes in the troposphere and the stratosphere.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causes, effects and solutions of ozone layer depletion.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deserts have very dry air, clear skies and a large daily temperature range.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adapt to heat and dryness with clothing, housing and water supply.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begin a new module: weather and climate.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Nafissatou flies from Garoua to Douala. The pilot says: "We are at 11,000 metres. The temperature outside is minus 50 degrees." She is surprised, because the plane is closer to the Sun.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Nafissatou does not understand why it is so cold high up.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temperature outside the plane?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Minus 50 °C.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to temperature as we go up?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falls.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layer of air around the Earth.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planewind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view from a plane above the clouds.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plane flies in the air around the Earth. What is this layer of air called?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atmosphere.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STRUCTURE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atmospher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four layers of the atmosphere.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STRUCTURE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which layer do clouds, rain and wind form?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STRUCTURE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troposphere, the lowest layer.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OZONE LAYER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ozoneho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map of the ozone layer over Antarctica, made from satellite data.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OZONE LAYER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ozone layer protects us from the rays of the Sun. What damaged it?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OZONE LAYER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Chemicals (CFCs) from old fridges and sprays.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Atmosphere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Earth-Atmosphere System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Atmosphere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30: The Atmosphere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Atmosphere: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layer of air around the Earth.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Ozone layer: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layer of gas that stops harmful sun rays.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Composition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Nitrogen: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78%.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Oxygen: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21%.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Other gases: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carbon dioxide and water vapour.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Structure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Troposphere: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0–12 km; weather; it gets colder upwards.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Stratosphere: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12–50 km; the ozone layer.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Mesosphere: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50–85 km; very cold.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Thermosphere: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above 85 km.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Structure (2/2)</a:t>
            </a:r>
            <a:endParaRPr lang="en-US" sz="3600" dirty="0"/>
          </a:p>
        </p:txBody>
      </p:sp>
      <p:pic>
        <p:nvPicPr>
          <p:cNvPr id="13" name="Image 0" descr="/home/claude/f4/img/v2/atmospher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four layers.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Ozone Layer Depletion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Cause: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CFC gases from old fridges and sprays.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Effects: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Skin cancer and eye disease.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Solution: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CFCs are banned (Montreal, 1987).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which layer does the weather happen?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troposphere.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role of the ozone layer?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stops harmful rays from the Sun.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layer of air around the Earth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Clouds and rain form in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ozone layer is in the ______.</a:t>
            </a:r>
            <a:endParaRPr lang="en-US" sz="3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Watch or listen to a weather forecast on television or radio. Write down two pieces of information it gives (for example temperature, rain or wind).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31: Weather and Climate.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Atmosphere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L'atmosphère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couche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Troposphere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troposphère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Stratosphere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stratosphère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Ozone layer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couche d'ozone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Ultraviolet rays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rayons ultraviolets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Depletion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L'appauvrissement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L'altitude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Earth-Atmosphere System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30: The Atmosphere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the atmosphere. Identify the main layers of the atmosphere on a diagram. Describe how temperature changes in the troposphere and the stratosphere. Explain the causes, effects and solutions of ozone layer depletion.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protect themselves from strong sun rays and to avoid products that damage the ozone layer.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Atmosphere, Ozone layer; II. Composition: Nitrogen, Oxygen, Other gases; III. Structure: Troposphere, Stratosphere, Mesosphere, Thermosphere; IV. Ozone Layer Depletion: Cause, Effects, Solution.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Watch or listen to a weather forecast on television or radio. Write down two pieces of information it gives (for example temperature, rain or wind).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Module 3: Weather and Climate.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(f4.docx),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UNEP / WMO Scientific Assessment of Ozone Depletion (2022).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“flying” by { pranav }, CC BY 2.0, via Flickr (https://www.flickr.com/photos/29220600@N08/3469129491)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“Sauron's Eye” by sjrankin, CC BY-NC 2.0, via Flickr (https://www.flickr.com/photos/24354425@N03/15252220086)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2026-09-27T04:25:19Z</dcterms:created>
  <dcterms:modified xsi:type="dcterms:W3CDTF">2026-09-27T04:25:19Z</dcterms:modified>
</cp:coreProperties>
</file>