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Deforestation in Cameroon and its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The Economic Development Potentials of Cameroon in the Primary Sector: Forestry. The key notions we shall use today are: deforestation, logging, shifting cultivation, reforestation. At the end, you should be able to do this: learners are able to explain deforestation in Cameroon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40: The Management of Forest Resources in Cameroon. The question was: Name three valuable trees of the forests of Cameroon and one use of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Sapele (furniture), iroko (building), ebony (carving) (also ayous for plywood).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causes and manifestations of deforestation in Cameroon. Number 2: explain its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Forests give timber and protect the environment. Farmers clear forest for farms. Cameroon has protected areas.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Around Yaoundé and Bertoua, forests are disappearing because of farms, logging and charcoal making. Villagers say that rivers now dry up in the dry season.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Forests are disappearing.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causes.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Farming and logging (also charcoal making).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consequence.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Rivers dry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save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fight deforestation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clearing for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causes of deforestation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logging and fuelwood (also mining, roads,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cleared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we see deforestation?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Bare land, stumps, new roads and shrinking forests on satellite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soil erosion.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consequences.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erosion, loss of animals and plants, and climate change (also drying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tree planting.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Reforestation, protected areas and improved stoves (also enforcing laws).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protected forests.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protected forests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Dja reserve and the Korup park (also Lobéké, Campo-Ma'an).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Deforestation in Cameroon has the following causes. On this slide we have Farming, Logging and Fuelwood and charcoal.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Mining and urban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Deforestation is seen in the following signs. On this slide we have Bare land and stumps and New roads.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Manifestations. On this slide we have Shrinking forests.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Deforestation has the following consequences. On this slide we have Soil erosion and Loss of biodiversity.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Drying rivers and Climate change.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Deforestation is reduced by the following solutions. On this slide we have Reforestation and Protected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Enforcement of the Forestry Law and Improved stoves.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forests and protected areas.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deforestation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farming and logging.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reforestation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reserve; number 3, improved.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three things your school can do against deforestation.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10: Description of Vegetation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2: DEFORESTATION IN CAMEROON AND ITS CONSEQUENCES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Deforestation in Cameroon and its Consequences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Forestry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Deforestation in Cameroon and its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logging, shifting cultivation, reforestation.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and manifestations; consequences and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deforestation in Cameroon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40: The Management of Forest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valuable trees of the forests of Cameroon and one use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Sapele (furniture), iroko (building), ebony (carving) (also ayous for plywood).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manifestations of deforestation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Forests give timber and protect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clear forest for farms.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Yaoundé and Bertoua, forests are disappearing because of farms, logging and charcoal making. Villagers say that rivers now dry up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disappearing.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and logging (also charcoal making).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dry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save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fight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Clearing for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causes of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logging and fuelwood (also mining, roads,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see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land, stumps, new roads and shrinking forests on satellite images.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erosion, loss of animals and plants, and climate change (also drying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 planting.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protected areas and improved stoves (also enforcing laws).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Protected forests.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protected forests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Dja reserve and the Korup park (also Lobéké, Campo-Ma'an).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Forestry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2: Deforestation in Cameroon and its Consequences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Manifestations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Causes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Deforestation in Cameroon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clear forest for new farms.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Logging: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Companies cut valuable trees.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Fuelwood and charcoal: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are cut for cooking.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Manifestations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Causes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Mining and urban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Mines and towns replace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Manifestations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Manifestations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Deforestation is seen in the following signs: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Bare land and stumps: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Cleared areas show tree stumps.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roads cut through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Manifestations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Manifestations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Shrinking forests: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Satellite images show smaller forest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Deforestation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washes away the bare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biodiversity: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and animals disappear.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Consequences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Drying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dry up in the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Fewer trees absorb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Deforestation is reduced by the following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are planted again.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Parks and reserves protect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Solutions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Enforcement of the Forestry Law: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Illegal logging is punished.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Improved stoves: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less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and Solutions</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forests and protected areas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and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destruction of forests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Dja is a forest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Stoves that use less wood are ______ stoves.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things your school can do against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10: Description of Vegetation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Stump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Charcoal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charbon de bois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Biodiversity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biodiversité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Deforestation in Cameroon and its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causes and manifestations of deforestation in Cameroon. Explain its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deforestation in Cameroon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Causes; Manifestations;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three things your school can do against deforestation.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causes.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solutions.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2026-10-02T05:13:33Z</dcterms:created>
  <dcterms:modified xsi:type="dcterms:W3CDTF">2026-10-02T05:13:33Z</dcterms:modified>
</cp:coreProperties>
</file>