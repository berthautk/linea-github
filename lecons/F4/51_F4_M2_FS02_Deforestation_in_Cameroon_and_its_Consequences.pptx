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Deforestation in Cameroon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Forestry. The key notions we shall use today are: deforestation, logging, shifting cultivation, reforestation. At the end, you should be able to do this: learners are able to explain deforestation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40: The Management of Forest Resources in Cameroon. The question was: Name three valuable trees of the forests of Cameroon and one use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Sapele (furniture), iroko (building), ebony (carving) (also ayous for plywood).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causes and manifestations of deforestation in Cameroon. Number 2: explain its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Forests give timber and protect the environment. Farmers clear forest for farms. Cameroon has protected areas.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Yaoundé and Bertoua, forests are disappearing because of farms, logging and charcoal making. Villagers say that rivers now dry up in the dry season.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Forests are disappearing.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causes.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and logging (also charcoal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consequence.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Rivers dry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save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fight deforestation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clearing for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causes of deforestation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logging and fuelwood (also mining, roads,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see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land, stumps, new roads and shrinking forests on satellite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soil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consequences.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erosion, loss of animals and plants, and climate change (also drying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tree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Reforestation, protected areas and improved stoves (also enforcing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protected forests.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protected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Dja reserve and the Korup park (also Lobéké, Campo-Ma'an).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Manifestations. Deforestation in Cameroon has the following causes and signs. On this slide we have Causes and Manifestations.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and Solutions. Deforestation has consequences and solutions. On this slide we have Consequences.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and protected areas.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deforestation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farming and logging.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reserve; number 3, improved.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things your school can do against deforestation.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10: Description of Vegetation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DEFORESTATION IN CAMEROON AND ITS CONSEQUENCES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in Cameroon and its Consequences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Forestry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Deforestation in Cameroon and its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logging, shifting cultivation,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manifestations; consequences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40: The Management of Forest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valuable trees of the forests of Cameroon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Sapele (furniture), iroko (building), ebony (carving) (also ayous for plywood).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manifestations of deforestation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give timber and protect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clear forest for farms.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Yaoundé and Bertoua, forests are disappearing because of farms, logging and charcoal making. Villagers say that rivers now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disappearing.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and logging (also charcoal making).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save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fight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Clearing for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logging and fuelwood (also mining, roads,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see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land, stumps, new roads and shrinking forests on satellite images.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loss of animals and plants, and climate change (also drying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protected areas and improved stoves (also enforcing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Protected forests.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protected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reserve and the Korup park (also Lobéké, Campo-Ma'an).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Forestry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Deforestation in Cameroon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Manifestations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in Cameroon has the following causes and signs: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logging, fuelwood and charcoal, mining and urban growth destroy forests.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Manifestations: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land, stumps, new roads and shrinking forest areas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has consequences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loss of biodiversity, drying rivers and climate change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protected areas, enforcement of the Forestry Law and improved stoves reduce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and protected areas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and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destruction of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is a forest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Stoves that use less wood are ______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school can do against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10: Description of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 de bois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Deforestation in Cameroon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causes and manifestations of deforestation in Cameroon. Explain its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Causes and Manifestations; Consequences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things your school can do against deforestation.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solutions.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2026-09-27T14:07:44Z</dcterms:created>
  <dcterms:modified xsi:type="dcterms:W3CDTF">2026-09-27T14:07:44Z</dcterms:modified>
</cp:coreProperties>
</file>