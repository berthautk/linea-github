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42: The Management of Fish Resources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Management of Primary Resources, and the sub-topic is The Economic Development Potentials of Cameroon in the Primary Sector: Fishing. The key notions we shall use today are: inland fishing, artisanal fishing, industrial fishing. At the end, you should be able to do this: learners are able to describe fishing in Cameroon, its problems and conservation.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41: Fish Resources and their Management. The question was: List three places in Cameroon where people fish.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Lagdo lake, the River Benue and the coast of Kribi and Limbe (also Lake Chad, the Wouri estuary).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distribution of fishing in Cameroon. Number 2: describe the methods of exploitation. Number 3: explain the problems and efforts to conserve fish.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has a coast and big rivers and lakes. Fish is an important food. Overfishing reduces fish.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At Lagdo, fishermen in canoes catch fish with nets and dry them to sell in Garoua. Near Kribi, industrial trawlers fish at sea.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understand fishing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do Lagdo fishermen fish?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canoes with nets.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does industrial fishing take place?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sea near Kribi.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denounce illegal fishing methods such as poison and small nets.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and protect the fish resources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dam lake.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three fishing areas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coast (Kribi, Limbe, Douala), Lake Lagdo and Lake Chad (also the Benue, Sanaga).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artisanal fishing.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artisanal fishing.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Small-scale fishing with canoes, nets and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ships in a 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Describe industrial fishing.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Large-scale fishing at sea with trawlers and refrigeration.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fish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problems of fishing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Poor preservation and overfishing (also foreign trawlers, pollution, poor equipment).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fish pond.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efforts to conserve fish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Promoting fish farming and controlling fishing licences and net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Distribution and Methods. Fishing in Cameroon is organised as follows. On this slide we have Distribution and Artisanal fishing.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Distribution and Methods. On this slide we have Industrial fishing.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and Problems. Fishing is important but faces problems. On this slide we have Importance and Problems.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Recent Efforts to Conserve the Resource. The following efforts protect fish. On this slide we have Regulation and Fish farming.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artisanal and industrial fishing.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artisanal: canoes and nets. Industrial: trawlers at sea.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efforts to conserve fish.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fishing licences and fish farming.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artisanal; number 2, trawler; number 3, dried (or smoked).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Visit a fish market and write the types of fish sold and where they come from.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43: Mineral Resources and their Management.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42: THE MANAGEMENT OF FISH RESOURCES IN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Management of Fish Resources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Management of Primary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Economic Development Potentials of Cameroon in the Primary Sector: Fishing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42: The Management of Fish Resources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Inland fishing, artisanal fishing, industrial fishing.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methods of exploitation; importance to the economy; problems facing exploitation; recent efforts to conserve the resource.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fishing in Cameroon, its problems and conservation.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41: Fish Resources and their Management):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places in Cameroon where people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Lagdo lake, the River Benue and the coast of Kribi and Limbe (also Lake Chad, the Wouri estuary).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distribution of fishing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methods of exploitation.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and efforts to conserve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a coast and big rivers and lakes.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Fish is an important food.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Overfishing reduces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Lagdo, fishermen in canoes catch fish with nets and dry them to sell in Garoua. Near Kribi, industrial trawlers fish at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understand fishing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Lagdo fishermen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canoes with nets.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industrial fishing take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sea near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Denounce illegal fishing methods such as poison and small nets.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and protect the fish resources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lagd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dam lake.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fishing areas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 (Kribi, Limbe, Douala), Lake Lagdo and Lake Chad (also the Benue, Sanaga).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ARTISANAL FISHING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fish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Artisanal fishing.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ARTISANAL FISHING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artisanal fishing.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ARTISANAL FISHING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Small-scale fishing with canoes, nets and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INDUSTRIAL FISHING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ship.jpg">    </p:cNvPr>
          <p:cNvPicPr>
            <a:picLocks noChangeAspect="1"/>
          </p:cNvPicPr>
          <p:nvPr/>
        </p:nvPicPr>
        <p:blipFill>
          <a:blip r:embed="rId1"/>
          <a:stretch>
            <a:fillRect/>
          </a:stretch>
        </p:blipFill>
        <p:spPr>
          <a:xfrm>
            <a:off x="2163533" y="1783080"/>
            <a:ext cx="786462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Ships in a 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INDUSTRIAL FISHING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industrial fishing.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INDUSTRIAL FISHING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Large-scale fishing at sea with trawlers and refrigeration.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 AND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fish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fish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 AND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fishing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 AND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preservation and overfishing (also foreign trawlers, pollution, poor equipment).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EFFORTS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pon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fish pond.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EFFORTS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efforts to conserve fish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EFFORTS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Promoting fish farming and controlling fishing licences and net sizes.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Management of Primary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Economic Development Potentials of Cameroon in the Primary Sector: Fishing</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42: The Management of Fish Resources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Distribution and Methods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Fishing in Cameroon is organised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Fishing takes place on the coast (Kribi, Limbe, Douala), on rivers and on lakes such as Lagdo and Chad.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Artisanal fishing: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Fishermen use canoes, nets and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Distribution and Methods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fishing: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Trawlers with refrigeration fish at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and Problems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Fishing is important but faces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provides protein, jobs and income.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equipment, poor preservation, overfishing, illegal methods and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Recent Efforts to Conserve the Resource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following efforts protect fish: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Fishing licences, closed seasons and control of net sizes are enforced.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Fish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state promotes pisciculture in ponds.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artisanal and industrial fishing.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Artisanal: canoes and nets. Industrial: trawlers at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efforts to conserve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Fishing licences and fish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Small-scale fishing is ______ fishing.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large fishing boat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Fish from Lagdo is often ______ to preserve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Visit a fish market and write the types of fish sold and where they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43: Mineral Resources and their Management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Canoe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pirogue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filet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Smoked fish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poisson fumé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L'étang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Licence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permis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côte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Management of Primary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42: The Management of Fish Resources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distribution of fishing in Cameroon. Describe the methods of exploitation. Explain the problems and efforts to conserve fish.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fishing in Cameroon, its problems and conservation.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Distribution and Methods; Importance and Problems; Recent Efforts to Conserve the Resource.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Visit a fish market and write the types of fish sold and where they come from.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local fishing.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the two.</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fish farming.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“South Holston Lake, (Virginia-Tennessee border, USA)” by James St. John, CC BY 2.0, via Flickr (https://www.flickr.com/photos/47445767@N05/39221734762)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“Fishermen, Lake Tana” by A.Davey, CC BY 2.0, via Flickr (https://www.flickr.com/photos/40595948@N00/2260748777)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“The Amerigo Vespucci Arrives In Dublin (Tall Ships Race Dublin - 2012)” by infomatique, CC BY-SA 2.0, via Flickr (https://www.flickr.com/photos/80824546@N00/7846937046)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“Kenyan food, farming and landscapes” by CGIAR Climate, CC BY-NC-SA 2.0, via Flickr (https://www.flickr.com/photos/55227776@N04/14310899853)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“Gooderstone Water Gardens - pond - water lilies” by ell brown, CC BY 2.0, via Flickr (https://www.flickr.com/photos/39415781@N06/5993988041)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2026-09-27T14:07:45Z</dcterms:created>
  <dcterms:modified xsi:type="dcterms:W3CDTF">2026-09-27T14:07:45Z</dcterms:modified>
</cp:coreProperties>
</file>