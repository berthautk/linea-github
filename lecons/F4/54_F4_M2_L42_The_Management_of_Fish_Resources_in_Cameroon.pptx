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The Management of Fish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Fishing. The key notions we shall use today are: inland fishing, artisanal fishing, industrial fishing. At the end, you should be able to do this: learners are able to describe fishing in Cameroon, its problems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Fish Resources and their Management. The question was: List three places in Cameroon where people fish.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lake, the River Benue and the coast of Kribi and Limbe (also Lake Chad, the Wouri estuary).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fishing in Cameroon. Number 2: describe the methods of exploitation. Number 3: explain the problems and efforts to conserve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 coast and big rivers and lakes. Fish is an important food. Overfishing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Lagdo, fishermen in canoes catch fish with nets and dry them to sell in Garoua. Near Kribi, industrial trawlers fish at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fishing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Lagdo fishermen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canoes with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industrial fishing take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sea near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fishing methods such as poison and small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fish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dam lake.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fishing areas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 (Kribi, Limbe, Douala), Lake Lagdo and Lake Chad (also the Benue, Sanaga).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fishing.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fishing with canoes, nets and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ships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Large-scale fishing at sea with trawlers and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fishing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preservation and overfishing (also foreign trawlers, pollution, poor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Promoting fish farming and controlling fishing licences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Methods. Fishing in Cameroon is organised as follows. On this slide we have Distribution and Artisanal fishing.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Methods. On this slide we have Industrial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Fishing is important but faces problems.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Efforts to Conserve the Resource. The following efforts protect fish. On this slide we have Regulation and Fish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artisanal and industrial fishing.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artisanal: canoes and nets. Industrial: trawlers at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conserve fish.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fishing licences and fish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artisanal; number 2, trawler; number 3, dried (or smoked).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a fish market and write the types of fish sold and where they come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Mineral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42: THE MANAGEMENT OF FISH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Fish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The Management of Fish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Inland fishing, artisanal fishing, industrial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recent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Fish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the River Benue and the coast of Kribi and Limbe (also Lake Chad,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fishing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coast and big rivers and lakes.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Fish is an important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Lagdo, fishermen in canoes catch fish with nets and dry them to sell in Garoua. Near Kribi, industrial trawlers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Lagdo fishermen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canoes with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industrial fishing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sea near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fishing methods such as poison and small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fish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fishing areas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(Kribi, Limbe, Douala), Lake Lagdo and Lake Chad (also the Benue,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fishing.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fishing with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Ships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Large-scale fishing at sea with trawlers and refrigeration.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preservation and overfishing (also foreign trawlers, pollution, poor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Promoting fish farming and controlling fishing licences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Fishing</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takes place on the coast (Kribi, Limbe, Douala), on rivers and on lakes such as Lagdo and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Trawlers with refrigeration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is important but faces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protein,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equipment, poor preservation, overfishing, illegal methods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Recent Efforts to Conserve the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protect fish: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closed seasons and control of net sizes are enforced.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promotes pisciculture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canoes and nets. Industrial: trawlers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and fish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fishing is ______ fishing.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fishing boat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from Lagdo is often ______ to preserve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pirogue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Smoked 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 fumé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The Management of Fish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fishing in Cameroon. Describe the methods of exploitation. Explain the problems and efforts to conserve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and Methods; Importance and Problems; Recent Efforts to Conserve the Resource.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a fish market and write the types of fish sold and where they come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local fishing.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fish farming.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2026-09-28T21:15:09Z</dcterms:created>
  <dcterms:modified xsi:type="dcterms:W3CDTF">2026-09-28T21:15:09Z</dcterms:modified>
</cp:coreProperties>
</file>