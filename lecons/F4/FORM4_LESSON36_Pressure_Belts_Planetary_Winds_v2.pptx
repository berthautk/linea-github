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wind direction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belts on a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use the example of December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move a paper strip up and down a map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low 2. Trade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36</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Pressure Belts and Planetary Winds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Pressure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Pressure,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atmospheric pressure, pressure belt and planetary wind.</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Distinguish between high-pressure and low-pressure belts.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Identify the pressure belts and planetary winds on a diagram.</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Precipitation is water falling from clouds; it is measured with a rain gauge.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There are three types of rainfall: convectional, relief and frontal.</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Wind is air moving from high pressure to low pressure.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Harmattan comes from the north-east.</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wind changes with the seasons.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is dry?</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from the north-east.</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PRESSURE BELTS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pressure_belt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Pressure belts of the Northern Hemisphere.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PRESSURE BELTS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 Why?</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PRESSURE BELTS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Hot air rises there.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PLANETARY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harmatta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sky during the Harmattan.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PLANETARY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PLANETARY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SEASONS IN GAROUA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itcz.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rain belt moves north in July and south in January.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SEASONS IN GAROUA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SEASONS IN GAROUA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wet south-west wind reach Garoua.</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Pressure and Winds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Pressure belt: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Planetary wind: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big wind that blows between pressure belts.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Doldrums: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calm winds at the Equator.</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Pressure Belts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Equatorial Low: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Hot air rises; rain.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Sub-tropical Highs: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Air sinks; deserts.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Temperate Lows: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At about 60°.</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Polar Highs: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Cold air sinks.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Pressure Belts (2/2)</a:t>
            </a:r>
            <a:endParaRPr lang="en-US" sz="3600" dirty="0"/>
          </a:p>
        </p:txBody>
      </p:sp>
      <p:pic>
        <p:nvPicPr>
          <p:cNvPr id="13" name="Image 0" descr="/home/claude/f4/img/v2/pressure_belt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belts and the Trade Wind.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Planetary Winds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Trade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From 30° to the Equator.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Westerlies: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From 30° to 60°.</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Polar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From the poles.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Garoua: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SW wind in July, Harmattan in January.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3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37: Local Winds.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Pressure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pression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High pressure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hautes pressions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Low pressure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basses pressions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Pressure belt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ceinture de pression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Trade winds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alizés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Westerlies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vents d'ouest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Doldrums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pot au noir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Planetary wind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vent planétaire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Earth-Atmosphere System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36: Pressure Belts and Planetary Winds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Pressure belt, Planetary wind, Doldrums; II. Pressure Belts: Equatorial Low, Sub-tropical Highs, Temperate Lows, Polar Highs; III. Planetary Winds: Trade Winds, Westerlies, Polar winds, Garoua.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someone who has lived by the sea (Douala, Kribi or Limbe) or in the mountains (Buea, Mokolo) whether the wind changes between day and night. Write down what they say.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2026-09-26T10:44:23Z</dcterms:created>
  <dcterms:modified xsi:type="dcterms:W3CDTF">2026-09-26T10:44:23Z</dcterms:modified>
</cp:coreProperties>
</file>