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36: Pressure Belts and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wind direction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belts on a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use the example of December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move a paper strip up and down a map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low 2. Trade 3.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LESSON 36</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Pressure Belts and Planetary Winds</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Pressure and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36: Pressure Belts and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Pressure,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Meaning of pressure belts (definition and major types); illustration of pressure belts and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atmospheric pressure, pressure belt and planetary wind.</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Distinguish between high-pressure and low-pressure belts.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Identify the pressure belts and planetary winds on a diagram.</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Precipitation is water falling from clouds; it is measured with a rain gauge.</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There are three types of rainfall: convectional, relief and frontal.</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Wind is air moving from high pressure to low pressure.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June to September, the wind in Garoua comes from the south-west and brings rain. From December to February, the dry Harmattan comes from the north-east.</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the wind changes with the seasons.</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wind.</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is dry?</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from the north-east.</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big winds of the Earth.</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PRESSURE BELTS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pressure_belt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Pressure belts of the Northern Hemisphere.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PRESSURE BELTS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pressure high or low at the Equator? Why?</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PRESSURE BELTS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Hot air rises there.</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PLANETARY WINDS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harmattan.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sky during the Harmattan.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PLANETARY WINDS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Sahara towards the Equator. Which planetary wind is it?</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PLANETARY WINDS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north-east Trade Wind.</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SEASONS IN GAROUA</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itcz.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the rain belt moves north in July and south in January.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SEASONS IN GAROUA</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Garoua have rain in July and not in January?</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SEASONS IN GAROUA</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July, the rain belt and the wet south-west wind reach Garoua.</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Pressure Belts and Planetary Winds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Pressure and Winds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36: Pressure Belts and Planetary Winds</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Pressure belt: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zone of high or low pressure around the Earth.</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Planetary wind: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big wind that blows between pressure belts.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Doldrums: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calm winds at the Equator.</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Pressure Belts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Equatorial Low: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Hot air rises; rain.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Sub-tropical Highs: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Air sinks; deserts.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Temperate Lows: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At about 60°.</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Polar Highs: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Cold air sinks.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Pressure Belts (2/2)</a:t>
            </a:r>
            <a:endParaRPr lang="en-US" sz="3600" dirty="0"/>
          </a:p>
        </p:txBody>
      </p:sp>
      <p:pic>
        <p:nvPicPr>
          <p:cNvPr id="13" name="Image 0" descr="/home/claude/f4/img/v2/pressure_belt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belts and the Trade Wind.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Planetary Winds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Trade Winds: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From 30° to the Equator.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Westerlies: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From 30° to 60°.</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Polar winds: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From the poles.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Garoua: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SW wind in July, Harmattan in January.</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Equatorial Low?</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 (0°).</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 to Garoua?</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wind (monsoon) in the wet season.</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At the Equator, the pressure is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winds that blow to the Equator are the ______ Winds.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dry wind of January in Garoua is the ______.</a:t>
            </a:r>
            <a:endParaRPr lang="en-US" sz="3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someone who has lived by the sea (Douala, Kribi or Limbe) or in the mountains (Buea, Mokolo) whether the wind changes between day and night. Write down what they say.</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37: Local Winds.</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Pressure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pression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High pressure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hautes pressions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Low pressure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basses pressions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Pressure belt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ceinture de pression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Trade winds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alizés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Westerlies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vents d'ouest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Doldrums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pot au noir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Planetary wind</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vent planétaire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The Earth-Atmosphere System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36: Pressure Belts and Planetary Winds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atmospheric pressure, pressure belt and planetary wind. Distinguish between high-pressure and low-pressure belts. Identify the pressure belts and planetary winds on a diagram.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Pressure belt, Planetary wind, Doldrums; II. Pressure Belts: Equatorial Low, Sub-tropical Highs, Temperate Lows, Polar Highs; III. Planetary Winds: Trade Winds, Westerlies, Polar winds, Garoua.</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Ask someone who has lived by the sea (Douala, Kribi or Limbe) or in the mountains (Buea, Mokolo) whether the wind changes between day and night. Write down what they say.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“Bamenda sob a poeira do Harmattan” by carlosoliveirareis, CC BY-NC-SA 2.0, via Flickr (https://www.flickr.com/photos/54218923@N00/387054136)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2026-09-27T04:25:20Z</dcterms:created>
  <dcterms:modified xsi:type="dcterms:W3CDTF">2026-09-27T04:25:20Z</dcterms:modified>
</cp:coreProperties>
</file>