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24: Main Erosional Processes and Features of Wave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Wave Action along the Coast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Wave Action along the Coast and Impacts on Man. The key notions we shall use today are: capes and bays, cliffs, wave-cut platforms, caves, arches, stacks and stumps. At the end, you should be able to do this: learners are able to recognise and explain the landforms of a rocky coast, and to respect the dangers of cliffs and caves.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23: Wave Action in Coastal Areas. The question was: Look at photos of the coast of Limbe or Kribi. Draw a rocky part of the coast and name any holes, arches or rocks in the sea that you see.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drawing should show cliffs with caves (holes at the bottom), perhaps an arch and rocks standing in the sea (stacks), as along the rocky coast near Limbe.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four erosional processes of waves. Number 2: explain the formation of capes and bays, cliffs and wave-cut platforms. Number 3: explain the formation of caves, arches, stacks and stumps.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Destructive waves erode the coast. The backwash of destructive waves is stronger than the swash. Rivers erode by hydraulic action, abrasion, attrition and solution.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holiday in Limbe, Rahila sees big waves crash against the rocky coast. At the bottom of a rock face, the waves have cut a hollow and small caves.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Rahila wonders how waves can cut hard 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did the waves make?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hollow and small caves.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will happen to the caves after many years?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will become arches and then stacks.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stay away from the edges of cliffs, which can collapse.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landforms made by wave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waves hit a cliff.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do waves make a cliff?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cut the bottom of the rock; the top falls; a steep cliff is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a headland is worn away.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Put in order: stack, cave, stump, arch.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Cave, arch, stack, stump.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rock with a hole through it, on the coast.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waves have cut a hole right through the rock. What is it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 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Erosional Processes of Waves. Waves erode the coast through the following processes. On this slide we have Hydraulic action and Abrasion.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Erosional Processes of Waves. On this slide we have Attrition and Solution.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Erosional Features. Wave erosion forms the following features. On this slide we have Capes and bays and Cliff and wave-cut platform.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Erosional Features. On this slide we have Cave, arch, stack and stump.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erosion of a headland.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Put in order: arch, stump, cave, stack.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cave, arch, stack, stump.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hydraulic action?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force of the waves breaking the rock.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cliff; number 2, arch; number 3,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Put some sand at one end of a tray of water and make waves from one corner. Write where the sand moves.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25: Main Depositional Features of Wave Action.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24: MAIN EROSIONAL PROCESSES AND FEATURES OF WAVE ACTION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gif"/><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Main Erosional Processes and Features of Wave Action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Wave Action along the Coast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Wave Action along the Coast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24: Main Erosional Processes and Features of Wave Action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Capes and bays, cliffs, wave-cut platforms, caves, arches, stacks and stumps.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Erosional processes of waves; erosional features (use local examples).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and explain the landforms of a rocky coast, and to respect the dangers of cliffs and caves.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23: Wave Action in Coastal Areas):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photos of the coast of Limbe or Kribi. Draw a rocky part of the coast and name any holes, arches or rocks in the sea that you see.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drawing should show cliffs with caves (holes at the bottom), perhaps an arch and rocks standing in the sea (stacks), as along the rocky coast near Limbe.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four erosional processes of waves.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formation of capes and bays, cliffs and wave-cut platforms.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formation of caves, arches, stacks and stumps.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Destructive waves erode the coast.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backwash of destructive waves is stronger than the swash.</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Rivers erode by hydraulic action, abrasion, attrition and solution.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holiday in Limbe, Rahila sees big waves crash against the rocky coast. At the bottom of a rock face, the waves have cut a hollow and small caves.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Rahila wonders how waves can cut hard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the waves make?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hollow and small caves.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will happen to the caves after many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will become arches and then stacks.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Stay away from the edges of cliffs, which can collapse.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landforms made by wave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CLIFFS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cliff.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Waves hit a cliff.</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CLIFFS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waves make a cliff?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CLIFFS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cut the bottom of the rock; the top falls; a steep cliff is left.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CAVE, ARCH AND STACK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headland.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a headland is worn away.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CAVE, ARCH AND STACK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in order: stack, cave, stump, arch.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CAVE, ARCH AND STACK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Cave, arch, stack, stump.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CAVE, ARCH AND STACK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arch.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rock with a hole through it, on the coast.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CAVE, ARCH AND STACK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waves have cut a hole right through the rock. What is it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CAVE, ARCH AND STACK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arch.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Wave Action along the Coast and Impacts on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24: Main Erosional Processes and Features of Wave 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Erosional Processes of Waves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Waves erode the coast through the following processes: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Hydraulic action: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force of the waves compresses air in cracks and breaks the rock.</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Abrasion: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Stones thrown by the waves wear away the cliff.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Erosional Processes of Waves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Attrition: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Stones hit each other and become small and round.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Sea water dissolves some rocks, such as limestone.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Erosional Features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Wave erosion forms the following features: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Capes and bays: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Hard rock remains as capes while soft rock is worn back into bays.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Cliff and wave-cut platform: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Waves cut the bottom of the rock, the top collapses and a flat platform is left.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Erosional Features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Cave, arch, stack and stump: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cave is enlarged into an arch, the arch collapses into a stack, and the stack is worn down into a stump.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Erosional Features</a:t>
            </a:r>
            <a:endParaRPr lang="en-US" sz="3600" dirty="0"/>
          </a:p>
        </p:txBody>
      </p:sp>
      <p:pic>
        <p:nvPicPr>
          <p:cNvPr id="4" name="Image 0" descr="/home/claude/f4/img/v2/headland_last.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erosion of a headland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in order: arch, stump, cave, stack.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Cave, arch, stack, stump.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hydraulic 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force of the waves breaking the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steep rock face on the coast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cave that goes through a headland becomes 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pillar of rock in the sea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some sand at one end of a tray of water and make waves from one corner. Write where the sand moves.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25: Main Depositional Features of Wave 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Cliff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falaise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Cape / headland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baie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grotte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Arch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Stack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L'aiguille / le stack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Wave-cut platform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plate-forme d'abrasion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Notch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L'encoche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24: Main Erosional Processes and Features of Wave Action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four erosional processes of waves. Explain the formation of capes and bays, cliffs and wave-cut platforms. Explain the formation of caves, arches, stacks and stumps.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and explain the landforms of a rocky coast, and to respect the dangers of cliffs and caves.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Erosional Processes of Waves; Erosional Features.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Put some sand at one end of a tray of water and make waves from one corner. Write where the sand moves.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rock with a hollow at the bottom.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four steps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use the drawing on the board.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“Forces of Nature” by liquidcrash, CC BY-SA 2.0, via Flickr (https://www.flickr.com/photos/124320023@N06/13938903780)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“Jurassic Coast Coastal Landform - Sea Arch - Durdle Door” by Richard Allaway, CC BY 2.0, via Flickr (https://www.flickr.com/photos/16287002@N00/9503598134)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2026-09-27T10:32:02Z</dcterms:created>
  <dcterms:modified xsi:type="dcterms:W3CDTF">2026-09-27T10:32:02Z</dcterms:modified>
</cp:coreProperties>
</file>