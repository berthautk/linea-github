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do Further Study 1: the Universe and the Moon, and how the Moon affects our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the drawings of the Moon. Ask learners why the shape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to look at the night sky far from town 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use a ball and a torch: move the ball around a learner's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beach at Kribi in the morning and in the evening.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Milky 2. Full 3. tides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4 GEOGRAPHY  —  FURTHER STUDY 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Universe and the Moon</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4</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Earth as a Planet of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Further Study 1: The Universe and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Universe, galaxy, star, satellite, phases of the Moon, tides.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and composition of the universe; links with planet Earth; the Moon: phases and impacts on the natural environment and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the universe and a galaxy, and describe the place of the Earth in the universe.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phases of the Moon.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impacts of the Moon on the natural environment and on human activities.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Earth is an oblate spheroid.</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Many proofs show that the Earth is round, such as the round shadow of the Earth on the Moon.</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Earth is one of the eight planets that move around the Sun.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Hawaou sits outside with her grandmother. The full Moon lights up the compound. Grandmother says that people used to plant some crops according to the shape of the Moon. Hawaou wonders why the Moon changes its shape.</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Hawaou does not know why the Moon changes its shape.</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lights up the compound?</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light of the Moon come from?</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The Moon has no light of its own.</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universe, the Moon and its effects on our life.</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UNIVERSE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f4_milkyway.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Milky Way at night.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UNIVERSE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band of light is made of billions of stars. What is it called?</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UNIVERSE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Milky Way, our galaxy.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PHASES OF THE MOON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moon_phases.gif">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Animation: the Moon moves around the Earth.</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PHASES OF THE MOON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shape of the Moon seem to change?</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PHASES OF THE MOON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lights half of the Moon. We see a different part of this lit half as the Moon moves.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IMPACTS OF THE MOON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4_lowtid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Boats on the sand when the sea is low.</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IMPACTS OF THE MOON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goes down and comes back twice a day. What causes this?</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IMPACTS OF THE MOON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 This is the tide.</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Universe and the Moon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Universe: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Galaxy: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huge group of stars.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Satellite: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body that moves around a planet.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Phases of the Moon: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the shapes of the Moon that we see.</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The Universe</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Galaxies: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Our galaxy is the Milky Way.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The Sun: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gives light and heat to the Earth.</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The Moon: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satellite of the Earth.</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Phases of the Moon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New Moon: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We do not see the Moon.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First quarter: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We see the right half.</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Full Moon: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We see the whole Moon.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Last quarter: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We see the left half.</a:t>
            </a:r>
            <a:endParaRPr lang="en-US" sz="4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Phases of the Moon (2/2)</a:t>
            </a:r>
            <a:endParaRPr lang="en-US" sz="3600" dirty="0"/>
          </a:p>
        </p:txBody>
      </p:sp>
      <p:pic>
        <p:nvPicPr>
          <p:cNvPr id="13" name="Image 0" descr="/home/claude/f4/img/v2/moon_phas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four main phases.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IV. Impacts of the Moon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Tides: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Moon pulls the water of the sea.</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Fishing: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Fishermen use the times of the tide.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Calendar: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Ramadan begins with the new Moon.</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galaxy? Name our galaxy.</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huge group of stars. Ours is the Milky Way.</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tides?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Our galaxy is called the ______ Way.</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When we see the whole Moon, it is the ______ Moon.</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rise and fall of the sea are called ______.</a:t>
            </a:r>
            <a:endParaRPr lang="en-US" sz="3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 Earth Divisions — Latitudes and Longitudes.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Universe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L'univers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Galaxy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galaxie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Star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L'étoile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Satellite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satellite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Full Moon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pleine lune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New Moon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nouvelle lune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Tide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marée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Gravity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gravité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The Earth as a Planet in the Solar System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Further Study 1: The Universe and the Moon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the universe and a galaxy, and describe the place of the Earth in the universe. Describe the phases of the Moon. Explain the impacts of the Moon on the natural environment and on human activities.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Universe, Galaxy, Satellite, Phases of the Moon; II. The Universe: Galaxies, The Sun, The Moon; III. The Phases of the Moon: New Moon, First quarter, Full Moon, Last quarter; IV. Impacts of the Moon: Tides, Fishing, Calendar.</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Look at a map of Cameroon in your atlas. Find the numbers written on the edges of the map and copy the numbers written near Garoua.</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5 min | Situation 5 min | 3 activities 12 min | Board summary (copying) 15 min | Evaluation, homework 5 min | Logbook 5 min | Spare 3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“Telluride Milky Way Night Sky With Satellite Streak” by wienotfilms, CC BY-NC 2.0, via Flickr (https://www.flickr.com/photos/76583523@N05/14781116206)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“Praia de Itapororoca” by Rodrigo_Soldon, CC BY-ND 2.0, via Flickr (https://www.flickr.com/photos/8865243@N02/10838180494)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2026-09-27T04:25:13Z</dcterms:created>
  <dcterms:modified xsi:type="dcterms:W3CDTF">2026-09-27T04:25:13Z</dcterms:modified>
</cp:coreProperties>
</file>