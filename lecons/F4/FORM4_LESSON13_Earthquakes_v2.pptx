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13: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experiences of ground shaking.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drop a stone in water: the waves spread in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a zigzag line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how houses could be made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earthquake 2. seismograph 3.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13</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Earthquakes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The Structure of the Earth: Building Processes and Impacts on Man — Seismic Activities and Man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Seismic Activities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13: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Seismicity, focus, epicentre, magnitude, resources,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Definition; causes; manifestation; impact on man;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an earthquake, its focus and its epicentre.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causes of earthquakes.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how earthquakes are measured and how they appear.</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their impact on man and suggest adaptation and mitigation measures.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plates move against each other at their margins.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Volcanic eruptions can cause the ground to shake.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Conservative margins have strong earthquakes.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news, Ismaïla sees that an earthquake in Morocco in September 2023 destroyed many villages. Thousands of people died. He wonders what makes the ground shake.</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Ismaïla does not know what makes the ground shake.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earthquake destroy?</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and houses.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 many people die?</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houses fall on them.</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earthquakes and how to reduce their damage.</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quake.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waves of an earthquake.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earthquake start? What is the point just above it?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starts at the focus. The point above is the epicentre.</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4_seismograph.jpg">    </p:cNvPr>
          <p:cNvPicPr>
            <a:picLocks noChangeAspect="1"/>
          </p:cNvPicPr>
          <p:nvPr/>
        </p:nvPicPr>
        <p:blipFill>
          <a:blip r:embed="rId1"/>
          <a:stretch>
            <a:fillRect/>
          </a:stretch>
        </p:blipFill>
        <p:spPr>
          <a:xfrm>
            <a:off x="2019232" y="1691640"/>
            <a:ext cx="8150488"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seismograph.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do?</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shaking of the ground.</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4_quakedamage.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Houses destroyed by an earthquake.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cause of death during an earthquake?</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fall on people.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Earthquakes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Seismic Activities and Man</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13: Earthquakes</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Earthquake: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sudden shaking of the ground.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Focus: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point under the ground where it starts.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Epicentre: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point on the surface above the focus.</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Plates: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Plates move along faults (main cause).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Volcanoes: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Eruptions shake the ground.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People: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Mines and big dams.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(2/2)</a:t>
            </a:r>
            <a:endParaRPr lang="en-US" sz="3600" dirty="0"/>
          </a:p>
        </p:txBody>
      </p:sp>
      <p:pic>
        <p:nvPicPr>
          <p:cNvPr id="13" name="Image 0" descr="/home/claude/f4/img/v2/quake_mid.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focus and the epicentre.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Measurement</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Seismograph: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records the waves.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Richter scale: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measures the strength.</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Impact and Protection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Impact: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Deaths, destroyed houses and roads.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Strong buildings: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resist the shaking.</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Education: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People learn what to do.</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epicentre?</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point on the surface above the focus.</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countries like Japan reduce the damage?</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build houses that resist earthquakes.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 sudden shaking of the ground is an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instrument that records earthquakes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point under the ground where it starts is the ______.</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14: Denudation.</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Earthquake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séisme / le tremblement de terre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Focus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foyer / hypocentre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Epicentre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L'épicentre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Seismograph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sismographe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Magnitude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magnitude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Tsunami</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tsunami</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Fault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faille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Collapse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L'effondrement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13: Earthquakes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an earthquake, its focus and its epicentre. Explain the causes of earthquakes. Describe how earthquakes are measured and how they appear. Explain their impact on man and suggest adaptation and mitigation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Earthquake, Focus, Epicentre; II. Causes: Plates, Volcanoes, People; III. Measurement: Seismograph, Richter scale; IV. Impact and Protection: Impact, Strong buildings, Education.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After the next rain, look at the side of a road or a slope. Write what the running water did to the soil, and where the soil went.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USGS Earthquake Hazards Program: magnitude and intensity.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“Recording drum from Golitsyn seismograph” by Galitzin, Boris; Masing, Hugo, CC BY-NC-SA 4.0, via sciencemuseum (https://collection.sciencemuseumgroup.org.uk/objects/co8647018/recording-drum-from-golitsyn-seismograph)</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“Collapsed buildings in earthquake-hit Chautara, Nepal” by DFID - UK Department for International Development, CC BY 2.0, via Flickr (https://www.flickr.com/photos/14214150@N02/16693413433)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2026-09-26T10:44:20Z</dcterms:created>
  <dcterms:modified xsi:type="dcterms:W3CDTF">2026-09-26T10:44:20Z</dcterms:modified>
</cp:coreProperties>
</file>