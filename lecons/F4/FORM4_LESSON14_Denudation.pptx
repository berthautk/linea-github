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Lst>
  <p:notesMasterIdLst>
    <p:notesMasterId r:id="rId4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notesMaster" Target="notesMasters/notes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14: Denudation.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4. It belongs to Denudation Processes, Landforms and Impacts on Man — Weathering Processes and Impacts on Man. We shall need 50 minutes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Denudation Processes, Landforms and Impacts on Man, and the sub-topic is Weathering Processes and Impacts on Man. The key notions we shall use today are: degradation, weathering, erosion, transportation. At the end, you should be able to do this: learners are able to recognise signs of denudation around them, such as gullies and crumbling rocks, and to suggest simple ways to protect the soil.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13: Earthquakes. The question was: After the next rain, look at the side of a road or a slope. Write what the running water did to the soil, and where the soil went.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The running water washed away the soil, made small channels (rills) and carried the soil down to the bottom of the slope or into the gutter.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denudation. Number 2: explain the major processes of denudation. Number 3: describe the main agents of denudation.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Earthquakes and volcanoes are internal forces that build the relief. Rocks are igneous, sedimentary or metamorphic. Rocks slowly change in the rock cycle.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After a heavy storm in Garoua, Halima sees a small channel cut in the red soil beside the road. The water carried sand and stones and dropped them lower down.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Halima does not know how water changes the land.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did the water do?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It cut a channel, carried sand and stones, and dropped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do we call this wearing down of the land?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Denudation.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protect the soil from denudation by keeping plant cover.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know how the land is slowly worn 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a channel cut by rain water in red soil.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has the rain water done to the soil?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has worn away the soil and carried it away.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animation: animation: the four processes of denudation. Watch the animation to the end; it will play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Name the four processes in the right order.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Weathering, erosion, transport, deposition.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muddy river seen from space.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Which agent carries the mud? Name two other agents.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Running water. Others: wind, waves, 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Meaning of Denudation. Denudation is defined as follows. On this slide we have Denudation.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Processes of Denudation. Denudation takes place through the following processes. On this slide we have Weathering and Erosion.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Processes of Denudation. On this slide we have Transportation and Deposition.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the processes of denudation.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Agents of Denudation. The main agents of denudation are the following. On this slide we have Running water and Wind.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Agents of Denudation. On this slide we have Waves and Ice.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What is denudation?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wearing down of the land.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Name the four processes of denudation.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weathering, erosion, transport and deposition.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weathering; number 2, deposition; number 3, water.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Compare an old wall and a new wall in your area. Write three differences you see, and suggest what damaged the old wall.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15: Weathering.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14: DENUDATION</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gif"/><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4</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14</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Denudation</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4</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Denudation Processes, Landforms and Impacts on Man — Weathering Processes and Impacts on Man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Denudation Processes, Landforms and Impacts on Man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Weathering Processes and Impacts on Man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14: Denudation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Degradation, weathering, erosion, transportation.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Definition; major processes of denudation (weathering, erosion and transportation); main agents (running water, wind and waves).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recognise signs of denudation around them, such as gullies and crumbling rocks, and to suggest simple ways to protect the soil.</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13: Earthquakes):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After the next rain, look at the side of a road or a slope. Write what the running water did to the soil, and where the soil went.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running water washed away the soil, made small channels (rills) and carried the soil down to the bottom of the slope or into the gutter.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denudation.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major processes of denudation.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main agents of denudation.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Earthquakes and volcanoes are internal forces that build the relief.</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Rocks are igneous, sedimentary or metamorphic.</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Rocks slowly change in the rock cycle.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After a heavy storm in Garoua, Halima sees a small channel cut in the red soil beside the road. The water carried sand and stones and dropped them lower down.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Halima does not know how water changes the land.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did the water do?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cut a channel, carried sand and stones, and dropped them.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 we call this wearing down of the land?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Denudation.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Protect the soil from denudation by keeping plant cover.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know how the land is slowly worn down.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OF DENUDATION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f4_gully.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channel cut by rain water in red soil.</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OF DENUDATION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has the rain water done to the soil?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OF DENUDATION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has worn away the soil and carried it away.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PROCESSES OF DENUDATION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denudation.gif">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Animation: the four processes of denudation.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PROCESSES OF DENUDATION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four processes in the right order.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PROCESSES OF DENUDATION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Weathering, erosion, transport, deposition.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AGENTS OF DENUDATION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4_muddyriver.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muddy river seen from space.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AGENTS OF DENUDATION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agent carries the mud? Name two other agents.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AGENTS OF DENUDATION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Running water. Others: wind, waves, ice.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Denudation Processes, Landforms and Impacts on Man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Weathering Processes and Impacts on Man</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14: Denudation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Denudation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Denudation is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Denudation: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general wearing down and lowering of the land surface.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Processes of Denudation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Denudation takes place through the following processes: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Weathering: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breaking down of rocks in their place.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Erosion: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wearing away and picking up of rock and soil by an agent.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Processes of Denudation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Transportation: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carrying away of the eroded material.</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Deposition: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dropping of the material when the agent loses energy.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Processes of Denudation</a:t>
            </a:r>
            <a:endParaRPr lang="en-US" sz="3600" dirty="0"/>
          </a:p>
        </p:txBody>
      </p:sp>
      <p:pic>
        <p:nvPicPr>
          <p:cNvPr id="4" name="Image 0" descr="/home/claude/f4/img/v2/denudation_last.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the processes of denudation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Agents of Denudation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main agents of denudation are the following:</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Running water: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most important agent, especially in wet regions.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Wind: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strong agent in deserts and semi-arid areas.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Agents of Denudation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Waves: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wear away and build up the coast, as at Kribi and Limbe.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Ice: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acts in cold mountains and polar regions.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denudation?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wearing down of the land.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four processes of denudation.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Weathering, erosion, transport and deposition.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breaking of rocks in their place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dropping of material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most important agent of denudation is running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Compare an old wall and a new wall in your area. Write three differences you see, and suggest what damaged the old wall.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15: Weathering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Denudation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dénudation / l'érosion au sens large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Weathering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L'altération / la météorisation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Erosion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L'érosion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Transportation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transport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Deposition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dépôt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Agent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L'agent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Running water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L'eau courante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Gully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ravin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Denudation Processes, Landforms and Impacts on Man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14: Denudation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denudation. Explain the major processes of denudation. Describe the main agents of denudation.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recognise signs of denudation around them, such as gullies and crumbling rocks, and to suggest simple ways to protect the soil.</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Meaning of Denudation; Processes of Denudation; Agents of Denudation.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Compare an old wall and a new wall in your area. Write three differences you see, and suggest what damaged the old wall.</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4 min | Recall, situation, action 6 min | 3 activities 12 min | Board summary (copying) 15 min | Evaluation, remediation 5 min | Homework, next lesson 3 min | Logbook 5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Activity 2 is an animation (GIF): it plays automatically in slide-show mode.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describe the channels beside the roads after a storm.</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write the four words with arrows on the board.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compare the Benue in August and in March.</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 Form 4 — Denudation Processes, Landforms and Impacts on Man.</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Teacher's lesson notes (Form 4), checked and corrected where necessary.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“Soil erosion in the central Mexican Highlands” by CIMMYT, CC BY-NC-SA 2.0, via Flickr (https://www.flickr.com/photos/44760652@N05/6244930288)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“Parana River Floodplain, Northern Argentina (NASA, International Space” by NASA's Marshall Space Flight Center, CC BY-NC 2.0, via nasa (https://www.flickr.com/photos/28634332@N05/5684050889)</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45</Slides>
  <Notes>45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45</vt:i4>
      </vt:variant>
    </vt:vector>
  </HeadingPairs>
  <TitlesOfParts>
    <vt:vector size="4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2026-09-27T10:04:52Z</dcterms:created>
  <dcterms:modified xsi:type="dcterms:W3CDTF">2026-09-27T10:04:52Z</dcterms:modified>
</cp:coreProperties>
</file>