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23: Wave Action in Coastal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wave, fetch, swash, backwash, longshore drift. At the end, you should be able to do this: learners are able to explain how waves form and to recognise dangerous waves on a beach, for example at Kribi or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Man and Floodplain Interactions. The question was: Watch the wind blowing on the water of the Benue or of a big basin of water. Write how the waves form and in which direction they move.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wind blows over the water and pushes it into small waves (ripples). The waves move in the direction the wind is blowing; a stronger wind gives bigger waves.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wave and explain its cause. Number 2: explain the factors of the strength of waves. Number 3: distinguish constructive and destructive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erode, transport and deposit. Rivers drop their load where they lose energy. Waves are an agent of denudation along the coast.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windy day, Moussa sees small waves on the Benue. His cousin in Kribi says that the waves of the Atlantic Ocean are much bigger and stronger.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does not know why some waves are bigger than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makes the waves?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wind blowing on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sea waves bigger?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wind blows longer over a very large area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warnings about big waves when swimming or 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waves and their work on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waves on the coast.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causes most waves?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 blowing on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water goes up the beach and comes back.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we call the water going up the beach? And coming back?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Up: the swash. Back: the backwash.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big waves in a 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These high waves take sand away from the beach. What type of waves are they?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Destructive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Waves. Waves and their parts are defined as follows. On this slide we have Wave and Swash.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Waves. On this slide we have Backwash and Fetch.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Strength of Waves. The strength of waves depends on the following factors. On this slide we have Wind speed and Duration.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Strength of Waves. On this slide we have Fetch.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Waves. There are two types of waves. On this slide we have Constructive waves and Destructive waves.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constructive and destructive waves.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swash?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water that goes up the beach.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difference between constructive and destructive waves.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constructive waves build the beach; destructive waves destroy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wind; number 2, backwash; number 3, destructive.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photos of the coast of Limbe or Kribi. Draw a rocky part of the coast and name any holes, arches or rocks in the sea that you see.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24: Main Erosional Processes and Features of Wave 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23: WAVE ACTION IN COASTAL AREAS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Wave Action in Coastal Areas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23: Wave Action in Coastal Areas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fetch, swash, backwash, longshore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waves; types of waves (constructive and destructive).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waves form and to recognise dangerous waves on a beach, for example at Kribi or Limbe.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Man and Floodplain Interactions):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wind blowing on the water of the Benue or of a big basin of water. Write how the waves form and in which direction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blows over the water and pushes it into small waves (ripples). The waves move in the direction the wind is blowing; a stronger wind gives bigger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wave and explain its cause.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the strength of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constructive and destructive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transport and deposit.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drop their load where they lose energy.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are an agent of denudation along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windy day, Moussa sees small waves on the Benue. His cousin in Kribi says that the waves of the Atlantic Ocean are much bigger and stronger.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does not know why some waves are bigger than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blowing on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sea waves bigger?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blows longer over a very large area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warnings about big waves when swimming or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waves and their work on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Waves on the coast.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most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blowing on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wash.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water goes up the beach and comes back.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water going up the beach? And coming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Up: the swash. Back: the backwash.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big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Big waves in a 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high waves take sand away from the beach. What type of waves are they?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Destructive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Wave Action in Coastal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Waves and their parts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movement of the surface water of the sea caused by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Swash: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that rushes up the beach after a wave breaks.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Backwash: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that flows back down the beach to the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Fetch: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of open sea over which the wind blows.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Strength of Waves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strength of waves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speed: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stronger wind makes bigger waves.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Duration: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longer the wind blows, the bigger the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Strength of Waves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Fetch: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 fetch gives big and powerful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Waves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two types of waves: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Constructive 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low waves with a strong swash, and they build up beaches.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Destructive 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high waves with a strong backwash, and they erode beaches.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Waves</a:t>
            </a:r>
            <a:endParaRPr lang="en-US" sz="3600" dirty="0"/>
          </a:p>
        </p:txBody>
      </p:sp>
      <p:pic>
        <p:nvPicPr>
          <p:cNvPr id="4" name="Image 0" descr="/home/claude/f4/img/v2/waves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constructive and destructive waves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swash?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that goes up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constructive and destructive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Constructive waves build the beach; destructive waves destroy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waves are caused by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going back to the sea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High waves that destroy the beach are ______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photos of the coast of Limbe or Kribi. Draw a rocky part of the coast and name any holes, arches or rocks in the sea that you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Main Erosional Processes and Features of Wave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Swash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jet de rive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Backwash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nappe de retrait / le ressac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23: Wave Action in Coastal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wave and explain its cause. Explain the factors of the strength of waves. Distinguish constructive and destructive waves.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waves form and to recognise dangerous waves on a beach, for example at Kribi or Limbe.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Waves; Strength of Waves; Types of Waves.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photos of the coast of Limbe or Kribi. Draw a rocky part of the coast and name any holes, arches or rocks in the sea that you see.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blow on a plate of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beach with an arrow up and an arrow down.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a calm day and a stormy day at the beach.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“Carpinteria Bluffs, California (5)” by Ken Lund, CC BY-SA 2.0, via Flickr (https://www.flickr.com/photos/75683070@N00/4063056130)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“Wave Explosion, Monterey Bay, California” by John William Hammond, CC BY-NC-SA 2.0, via Flickr (https://www.flickr.com/photos/8398907@N02/16328053911)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2026-09-27T10:04:54Z</dcterms:created>
  <dcterms:modified xsi:type="dcterms:W3CDTF">2026-09-27T10:04:54Z</dcterms:modified>
</cp:coreProperties>
</file>