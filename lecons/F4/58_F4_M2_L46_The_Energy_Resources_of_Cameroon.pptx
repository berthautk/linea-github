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Lst>
  <p:notesMasterIdLst>
    <p:notesMasterId r:id="rId5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notesMaster" Target="notesMasters/notesMaster1.xml"/><Relationship Id="rId52" Type="http://schemas.openxmlformats.org/officeDocument/2006/relationships/presProps" Target="presProps.xml"/><Relationship Id="rId53" Type="http://schemas.openxmlformats.org/officeDocument/2006/relationships/viewProps" Target="viewProps.xml"/><Relationship Id="rId54" Type="http://schemas.openxmlformats.org/officeDocument/2006/relationships/theme" Target="theme/theme1.xml"/><Relationship Id="rId5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46: The Energy Resources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4. It belongs to Module II: Development and the Management of Primary Resources.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Management of Primary Resources, and the sub-topic is Economic Development Potentials of Cameroon IV: The Energy Sector. The key notions we shall use today are: hEP, solar, natural gas, petroleum, biogas. At the end, you should be able to do this: learners are able to describe the energy resources of Cameroon and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Lesson 45: Energy Resources. The question was: List the energy sources used in your home and suggest two ways to save energy.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Example: electricity (ENEO), cooking gas, charcoal; save energy by switching off lights and using an improved stove.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identify the energy sources of Cameroon. Number 2: describe their distribution. Number 3: explain the efforts to develop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Cameroon has big rivers. Oil is produced near the coast. The north has strong sunshine.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Cameroon has many rivers with waterfalls, oil and gas near the coast and strong sunshine in the north. Yet many villages still have no electricity.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Cameroon has energy potential but many villages lack electricity.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Which energy comes from rivers?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Hydro-electricity (HEP).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Which energy is abundant in the north?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Solar energy.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support the use of solar energy in your community.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energy potential of Cameroon.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Sanaga at Nachtigal.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Name four hydro-electric dams of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Edéa, Song Loulou, Lagdo and Lom Pangar (also Memve'ele, Nachtigal).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picture: an offshore platform.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Where are oil and gas produced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Offshore in the Rio del Rey basin and the Douala-Kribi basin; oil is refined at SONARA in Limbe.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solar panels.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solar energy promising in northern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The north has strong sunshine most of the year.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diagram: energy and minerals of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Describe the distribution of energy sources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HEP on the Sanaga and Benue, oil and gas on the coast, solar in the north, and firewood everywhere.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a dam.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Give two efforts to develop energy in Cameroon.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Building new dams (Lom Pangar, Memve'ele, Nachtigal) and solar plants (Maroua, Guider).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Sources and Distribution. Cameroon has the following energy sources. On this slide we have Hydro-electricity and Oil and gas.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Sources and Distribution. On this slide we have Solar energy and Biomass.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energy resources of Cameroon.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Efforts to Develop. The following efforts develop energy in Cameroon. On this slide we have New dams and Rural electrification.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Efforts to Develop. On this slide we have Gas.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three hydro-electric dams of Cameroon.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edéa, Song Loulou and Lagdo.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efforts to develop energy.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new dams and solar programmes.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SONARA; number 2, Lagdo; number 3, solar.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Draw a sketch map of Cameroon showing three dams, the oil areas and a solar plant.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4</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46: THE ENERGY RESOURCES OF CAMEROON</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jp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jp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4</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46</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Energy Resources of Cameroon</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4</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II: Development and the Management of Primary Resources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Management of Primary Resources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Economic Development Potentials of Cameroon IV: The Energy Sector</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46: The Energy Resources of Cameroon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HEP, solar, natural gas, petroleum, biogas.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Sources and distribution; efforts to develop.</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(Lesson 45: Energy Resources):</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List the energy sources used in your home and suggest two ways to save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Example: electricity (ENEO), cooking gas, charcoal; save energy by switching off lights and using an improved stove.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Identify the energy sources of Cameroon.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their distribution.</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efforts to develop them.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Cameroon has big rivers.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Oil is produced near the coast.</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north has strong sunshine.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many rivers with waterfalls, oil and gas near the coast and strong sunshine in the north. Yet many villages still have no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Cameroon has energy potential but many villages lack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comes from rivers?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Hydro-electricity (HEP).</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energy is abundant in the north?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Support the use of solar energy in your community.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energy potential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nachtigal.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Sanaga at Nachtigal.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four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HEP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Lagdo and Lom Pangar (also Memve'ele, Nachtigal).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usa_offshor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offshore platform.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oil and gas produced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OIL AND GAS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Offshore in the Rio del Rey basin and the Douala-Kribi basin;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f4_solar.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Solar panels.</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solar energy promising in northern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SOLAR AND OTHERS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north has strong sunshine most of the year.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Energy and minerals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Describe the distribution of energy sources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DISTRIBUTION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HEP on the Sanaga and Benue, oil and gas on the coast, solar in the north, and firewood everywhere.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lsa_da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dam.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 in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EFFORTS TO DEVELOP</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Building new dams (Lom Pangar, Memve'ele, Nachtigal) and solar plants (Maroua, Guider).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Topic: Management of Primary Resources</a:t>
            </a:r>
            <a:endParaRPr lang="en-US" sz="3200" dirty="0"/>
          </a:p>
          <a:p>
            <a:pPr algn="l" indent="0" marL="0">
              <a:spcAft>
                <a:spcPts val="800"/>
              </a:spcAft>
              <a:buNone/>
            </a:pPr>
            <a:r>
              <a:rPr lang="en-US" sz="3200" b="1" dirty="0">
                <a:solidFill>
                  <a:srgbClr val="111111"/>
                </a:solidFill>
                <a:latin typeface="Times New Roman" pitchFamily="34" charset="0"/>
                <a:ea typeface="Times New Roman" pitchFamily="34" charset="-122"/>
                <a:cs typeface="Times New Roman" pitchFamily="34" charset="-120"/>
              </a:rPr>
              <a:t>Sub-topic: Economic Development Potentials of Cameroon IV: The Energy Sector</a:t>
            </a:r>
            <a:endParaRPr lang="en-US" sz="3200" dirty="0"/>
          </a:p>
          <a:p>
            <a:pPr algn="l" indent="0" marL="0">
              <a:spcAft>
                <a:spcPts val="800"/>
              </a:spcAft>
              <a:buNone/>
            </a:pPr>
            <a:r>
              <a:rPr lang="en-US" sz="3200" b="1" dirty="0">
                <a:solidFill>
                  <a:srgbClr val="990011"/>
                </a:solidFill>
                <a:latin typeface="Times New Roman" pitchFamily="34" charset="0"/>
                <a:ea typeface="Times New Roman" pitchFamily="34" charset="-122"/>
                <a:cs typeface="Times New Roman" pitchFamily="34" charset="-120"/>
              </a:rPr>
              <a:t>Lesson 46: The Energy Resources of Cameroon</a:t>
            </a:r>
            <a:endParaRPr lang="en-US" sz="32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Cameroon has the following energy sources: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Hydro-electricity: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Dams at Edéa, Song Loulou, Lagdo, Lom Pangar, Memve'ele and Nachtigal produce most electricity.</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Oil and 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are produced offshore near Limbe and Kribi, and oil is refined at SONARA in Limbe.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Solar energy: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abundant in the north, with solar plants at Maroua and Guider.</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Biomass: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Firewood and charcoal are used by most households, and biogas is being developed.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Sources and Distribution</a:t>
            </a:r>
            <a:endParaRPr lang="en-US" sz="3600" dirty="0"/>
          </a:p>
        </p:txBody>
      </p:sp>
      <p:pic>
        <p:nvPicPr>
          <p:cNvPr id="4" name="Image 0" descr="/home/claude/f4/img/v2/cmr_minerals_big.png">    </p:cNvPr>
          <p:cNvPicPr>
            <a:picLocks noChangeAspect="1"/>
          </p:cNvPicPr>
          <p:nvPr/>
        </p:nvPicPr>
        <p:blipFill>
          <a:blip r:embed="rId1"/>
          <a:stretch>
            <a:fillRect/>
          </a:stretch>
        </p:blipFill>
        <p:spPr>
          <a:xfrm>
            <a:off x="1825600" y="1783080"/>
            <a:ext cx="8540496"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energy resources of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following efforts develop energy in Cameroon: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New dams: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Lom Pangar, Memve'ele and Nachtigal increase electricity production.</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Rural electrification: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Solar programmes bring light to villages.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Efforts to Develop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Gas: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Natural gas is liquefied at Kribi and used for electricity.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three hydro-electric dams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Edéa, Song Loulou and Lagdo.</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efforts to develop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New dams and solar programmes.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oil refinery of Cameroon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dam near Garoua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Energy from the Sun is ______ energy.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Draw a sketch map of Cameroon showing three dams, the oil areas and a solar plant.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6"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Dam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barrage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Refinery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raffinerie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Gas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gaz</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Solar panel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panneau solaire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Electricity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L'électricité</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village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4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Management of Primary Resources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46: The Energy Resources of Cameroon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Identify the energy sources of Cameroon. Describe their distribution. Explain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energy resources of Cameroon and the efforts to develop them.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48"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Sources and Distribution; Efforts to Develop.</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Draw a sketch map of Cameroon showing three dams, the oil areas and a solar plant.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locate them.</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use the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discuss solar lamps.</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draw a map.</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discuss.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4, Module II: Development and the Management of Primary Resources.</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“Chutes de Natchigal” by friel, CC BY-NC-SA 2.0, via Flickr (https://www.flickr.com/photos/91702411@N00/2692932)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2: “Rig I” by Tuftronic10000, CC BY 2.0, via Flickr (https://www.flickr.com/photos/36574363@N00/367931994)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“Noor Ouarzazate III Solar Plant” by Richard Allaway, CC BY 2.0, via Flickr (https://www.flickr.com/photos/16287002@N00/52769922684)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“Fontana Dam Spillway” by Frank Kehren, CC BY-NC-ND 2.0, via Flickr (https://www.flickr.com/photos/77759596@N00/9256852611)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49</Slides>
  <Notes>49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49</vt:i4>
      </vt:variant>
    </vt:vector>
  </HeadingPairs>
  <TitlesOfParts>
    <vt:vector size="5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2026-09-29T03:11:51Z</dcterms:created>
  <dcterms:modified xsi:type="dcterms:W3CDTF">2026-09-29T03:11:51Z</dcterms:modified>
</cp:coreProperties>
</file>