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46: The Energy Resources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Economic Development Potentials of Cameroon IV: The Energy Sector. The key notions we shall use today are: hEP, solar, natural gas, petroleum, biogas. At the end, you should be able to do this: learners are able to describe the energy resources of Cameroon and the efforts to develop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45: Energy Resources. The question was: List the energy sources used in your home and suggest two ways to save energy.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electricity (ENEO), cooking gas, charcoal; save energy by switching off lights and using an improved stove.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energy sources of Cameroon. Number 2: describe their distribution. Number 3: explain the efforts to develop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big rivers. Oil is produced near the coast. The north has strong sunshine.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many rivers with waterfalls, oil and gas near the coast and strong sunshine in the north. Yet many villages still have no electricity.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has energy potential but many villages lack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energy comes from rivers?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Hydro-electricity (HEP).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energy is abundant in the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Solar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the use of solar energy in your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energy potential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Sanaga at Nachtigal.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hydro-electric dams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Edéa, Song Loulou, Lagdo and Lom Pangar (also Memve'ele, Nachtigal).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offshore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are oil and gas produced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Offshore in the Rio del Rey basin and the Douala-Kribi basin; oil is refined at SONARA in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solar energy promising in northern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 has strong sunshine most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energy and minerals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distribution of energy sources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HEP on the Sanaga and Benue, oil and gas on the coast, solar in the north, and firewood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efforts to develop energy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 new dams (Lom Pangar, Memve'ele, Nachtigal) and solar plants (Maroua, Guider).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and Distribution. Cameroon has the following energy sources. On this slide we have Hydro-electricity and Oil and gas.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and Distribution. On this slide we have Solar energy and Biomass.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energy resources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Efforts to Develop. The following efforts develop energy in Cameroon. On this slide we have New dams and Rural electrification.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to Develop. On this slide we have Gas.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hydro-electric dams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edéa, Song Loulou and Lagdo.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efforts to develop energy.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new dams and solar programmes.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SONARA; number 2, Lagdo; number 3, solar.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Cameroon showing three dams, the oil areas and a solar plant.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46: THE ENERGY RESOURCES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Energy Resources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Development Potentials of Cameroon IV: The Energy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46: The Energy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HEP, solar, natural gas, petroleum, biogas.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and distribution; efforts to develop.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energy resources of Cameroon and the efforts to develop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45: Energy Resources):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two ways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electricity (ENEO), cooking gas, charcoal; save energy by switching off lights and using an improved stove.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energy sources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efforts to develop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big rivers.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is produced near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has strong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many rivers with waterfalls, oil and gas near the coast and strong sunshine in the north. Yet many villages still have no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energy potential but many villages lack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energy comes from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Hydro-electricity (HEP).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energy is abundant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the use of solar energy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energy potential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HEP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Nachtigal.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HEP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hydro-electric dams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HEP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Edéa, Song Loulou, Lagdo and Lom Pangar (also Memve'ele, Nachtigal).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OIL AND GAS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OIL AND GAS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oil and gas produced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OIL AND GAS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Offshore in the Rio del Rey basin and the Douala-Kribi basin; oil is refined at SONARA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SOLAR AND OTHERS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SOLAR AND OTHERS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solar energy promising in northern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SOLAR AND OTHERS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has strong sunshine most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Energy and minerals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distribution of energy 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HEP on the Sanaga and Benue, oil and gas on the coast, solar in the north, and firewood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 TO DEVELOP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 TO DEVELOP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develop energy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EFFORTS TO DEVELOP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new dams (Lom Pangar, Memve'ele, Nachtigal) and solar plants (Maroua, Guider).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Economic Development Potentials of Cameroon IV: The Energy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46: The Energy Resources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Distribution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energy 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Hydro-electricity: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at Edéa, Song Loulou, Lagdo, Lom Pangar, Memve'ele and Nachtigal produce most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and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produced offshore near Limbe and Kribi, and oil is refined at SONARA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abundant in the north, with solar plants at Maroua and Guider.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and charcoal are used by most households, and biogas is being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Distribution</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energy resources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Efforts to Develop</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efforts develop energy in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 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Lom Pangar, Memve'ele and Nachtigal increase electricity production.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electrification: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programmes bring light to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Efforts to Develop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gas is liquefied at Kribi and used for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hydro-electric dams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Edéa, Song Loulou and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develop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dams and solar programmes.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oil refinery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dam near Garoua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the Sun is ______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showing three dams, the oil areas and a solar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panel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panneau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46: The Energy Resources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energy sources of Cameroon. Describe their distribution. Explain the efforts to develop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energy resources of Cameroon and the efforts to develop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Sources and Distribution; Efforts to Develop.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Cameroon showing three dams, the oil areas and a solar plant.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locate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solar lamps.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2026-09-28T21:15:10Z</dcterms:created>
  <dcterms:modified xsi:type="dcterms:W3CDTF">2026-09-28T21:15:10Z</dcterms:modified>
</cp:coreProperties>
</file>