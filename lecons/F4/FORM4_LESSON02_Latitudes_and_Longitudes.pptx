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Earth Divisions: Latitudes and Longitudes.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latitude, longitude, parallel, meridian, hemisphere, coordinates. At the end, you should be able to do this: learners are able to read and write the geographical coordinates of a place, such as Garoua, on a map or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The Universe and the Moon. The question was: Look at a map of Cameroon in your atlas. Find the numbers written on the edges of the map and copy the numbers written near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numbers on the edges are latitudes (left and right) and longitudes (top and bottom). Near Garoua we read about 9° N and 13° 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latitude and longitude. Number 2: name the major lines of latitude and longitude. Number 3: give the characteristics of latitudes and longitudes and their differences. Number 4: write the geographical coordinates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The Moon moves around the Earth and causes tides. The Equator is the line around the middle of the Earth.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Ibrahim's cousin in Douala sends a parcel to Japan. On his phone, he shows Tokyo: "35° N, 139° E". Ibrahim does not understand what these numbers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understand the numbers that show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N and E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North and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these two numbers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and the longitude.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latitudes and longitudes to locate places correctly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find any place on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line in the middle of the Earth. What is its value?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 Its value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lines of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 the lines of longitude meet? Name the line of 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meet at the poles. The line of 0° is the Greenwich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cameroon with lines of latitude and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is at about 9° N and 13° E. What do these numbers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 north of the Equator and 13° east of Greenwich.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Major Lines. Latitudes are defined and named as follows. On this slide we have Latitude and Equator.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Major Lines. On this slide we have Tropics and Polar circles.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major lines of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Lines of latitude have the following characteristics. On this slide we have Parallel lines and Unequal length.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Longitudes. Longitudes are defined and described as follows. On this slide we have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Longitudes. On this slide we have Greenwich Meridian and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lines of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Geographical Coordinates. Geographical coordinates are used as follows. On this slide we have Coordinates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value of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latitudes and longitudes.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latitudes never meet; longitudes meet at the poles.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Greenwich; number 3,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or listen to news about a flight from Douala to Paris or to Dubai. Write the name of the route and ask an adult why aeroplanes do not always fly in a straight line on a flat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Great Circles and the International Date Line.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EARTH DIVISIONS: LATITUDES AND LONGITUDES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 Divisions: Latitudes and Longitudes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Earth Divisions: Latitudes and Longitudes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 longitude, parallel, meridian, hemisphere,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Latitudes and longitudes: definition, major lines, characteristics, differences;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The Universe and the Moon):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Cameroon in your atlas. Find the numbers written on the edges of the map and copy the numbers written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numbers on the edges are latitudes (left and right) and longitudes (top and bottom). Near Garoua we read about 9° N and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latitude and longitude.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major lines of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latitudes and longitudes and their differences.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Write the geographical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Moon moves around the Earth and causes tides.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 is the line around the middle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Ibrahim's cousin in Douala sends a parcel to Japan. On his phone, he shows Tokyo: "35° N, 139° E". Ibrahim does not understand what these numbers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understand the numbers that show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N and 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two numbers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and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latitudes and longitudes to locate places correctly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find any place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line in the middle of the Earth. What is its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Its value is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lines of longitude meet? Name the line of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meet at the poles. The line of 0° is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with lines of latitude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at about 9° N and 13° E. What do these numbers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north of the Equator and 13° east of Greenwich.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Major Lines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Latitudes are defined and named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north or south of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of latitude 0° that divides the Earth into two hemispheres.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Major Lines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Tropic of Cancer at 23½° N and the Tropic of Capricorn at 23½° 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Arctic Circle at 66½° N and the Antarctic Circle at 66½°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major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Characteristics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Lines of latitude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Parallel 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latitude are parallel and never meet.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Unequal 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become shorter from the Equator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Longitudes are defined and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east or west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Greenwich Meridian: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of longitude 0°, and its opposite is the 180° line.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of longitude are of equal length and they all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Geographical Coordinates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Geographical coordinates are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that give the exact position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so Garoua is at about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value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never meet; longitudes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latitude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longitude is the ______ Meridian.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 write the ______ first, then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news about a flight from Douala to Paris or to Dubai. Write the name of the route and ask an adult why aeroplanes do not always fly in a straight line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Parallel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parallèle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Meridian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méridien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Hemisphere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L'hémisphère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Coordinates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Earth Divisions: Latitudes and Longitudes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latitude and longitude. Name the major lines of latitude and longitude. Give the characteristics of latitudes and longitudes and their differences. Write the geographical coordinates of a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Major Lines; Characteristics; Longitudes;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or listen to news about a flight from Douala to Paris or to Dubai. Write the name of the route and ask an adult why aeroplanes do not always fly in a straight line on a flat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circle with five lines across it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lines from the top to the bottom of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grid on the board and place a dot for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2026-09-27T10:04:50Z</dcterms:created>
  <dcterms:modified xsi:type="dcterms:W3CDTF">2026-09-27T10:04:50Z</dcterms:modified>
</cp:coreProperties>
</file>