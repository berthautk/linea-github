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do Further Study 2: the impact of weathering on the environment and on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answers of the farmer.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dig a small hole and show the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landslide in the West or South-West regions.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terraces in the Mandara Mountains.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soil 2. landslide 3. terraces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FURTHER STUDY 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Weathering on the Environment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Weathering Processes: The Products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 Processes: The Products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2: The Impact of Weathering on the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formation, regolith, mineral deposits, mass movement, leaching.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impacts of weathering (soils, minerals, landforms) and negative impacts (mass movement, damage to buildings, loss of soil fertility).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weathering gives soils and resources, and to take simple measures against rockfalls and the decay of buildings.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positive impacts of weathering.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negative impacts of weathering.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measures to reduce the negative impacts.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weathering breaks rocks into pieces.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weathering changes the minerals of rocks.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Hydrolysis changes feldspar into clay.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Djaouro's uncle says that his rich soil came from rocks that broke down over thousands of years. But last rainy season, rocks fell from a hill and blocked the road to his farm.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 gives good soil but also causes rockfalls.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good about weathering?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makes soil.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bad about it?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Weathered rocks can fall and block roads.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good and bad effects of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POSITIVE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oil_profi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soil profile.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POSITIVE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weathering make soil?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POSITIVE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break down and mix with humus.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NEGATIVE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landsl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landslide on a road.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NEGATIVE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landslides often happen after heavy rain?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NEGATIVE IMPACTS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Weathered soil gets wet and heavy, and slides down.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MEASURES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terrac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Steps (terraces) on a hillside.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MEASURES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these steps protect the slope?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MEASURES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slow the water and hold the soil.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Impact of Weathering on the Environment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Weathering Processes: The Products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Study 2: The Impact of Weathering on the Environment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top layer of the land where plants grow.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Landslide: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sliding of soil and rocks down a slope.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Positive Impacts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Soil: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 makes soil for farming.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Minerals: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Bauxite of Minim-Martap.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Materials: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and clay for building.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Negative Impacts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Landslides: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block roads and destroy houses.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Buildings: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Walls and roads crack.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Leaching: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washes plant food away.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Measures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Trees and grass: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hold the soil.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Terraces: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slow the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Good buildings: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walls and drains.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positive impact of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makes soil.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measure against landslides.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trees on slopes (or build terraces).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 helps to form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sliding down a slope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Steps built on a hillside are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Watch the Benue or a stream near your home. Write how fast the water flows, what it carries, and whether it is wide or narrow.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18: Action of Rivers on the Landscape.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L'humus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roche mère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Landslide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glissement de terrain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Rockfall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L'éboulement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lessivage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Bauxite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bauxite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fertilité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2: The Impact of Weathering on the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positive impacts of weathering. Explain the negative impacts of weathering. Suggest measures to reduce the negative impacts.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weathering gives soils and resources, and to take simple measures against rockfalls and the decay of buildings.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Soil, Landslide; II. Positive Impacts: Soil, Minerals, Materials; III. Negative Impacts: Landslides, Buildings, Leaching; IV. Measures: Trees and grass, Terraces, Good buildings.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the Benue or a stream near your home. Write how fast the water flows, what it carries, and whether it is wide or narrow.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“Siuslaw National Forest, landslide, road failure.jpg” by Forest Service Pacific Northwest Region, Public domain 1.0, via Flickr (https://www.flickr.com/photos/135886671@N08/36218241110)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“Terraced Hillside” by AdamCohn, CC BY-NC-ND 2.0, via Flickr (https://www.flickr.com/photos/96142515@N00/6311042523)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2026-09-26T10:44:21Z</dcterms:created>
  <dcterms:modified xsi:type="dcterms:W3CDTF">2026-09-26T10:44:21Z</dcterms:modified>
</cp:coreProperties>
</file>