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notesMasterIdLst>
    <p:notesMasterId r:id="rId4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do Further Study 2: the impact of weathering on the environment and on people.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Check the homework: the answers of the farmer.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dig a small hole and show the layers.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a landslide in the West or South-West regions.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terraces in the Mandara Mountains.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soil 2. landslide 3. terraces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 4 GEOGRAPHY  —  FURTHER STUDY 2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Impact of Weathering on the Environment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 4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Denudation Processes, Landforms and Impacts on Man — Weathering Processes: The Products and Impacts on Man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minutes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Denudation Processes, Landforms and Impacts on Man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Weathering Processes: The Products and Impacts on Man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Further Study 2: The Impact of Weathering on the Environment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Soil formation, regolith, mineral deposits, mass movement, leaching.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Positive impacts of weathering (soils, minerals, landforms) and negative impacts (mass movement, damage to buildings, loss of soil fertility).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how weathering gives soils and resources, and to take simple measures against rockfalls and the decay of buildings.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positive impacts of weathering.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negative impacts of weathering.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Suggest measures to reduce the negative impacts.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weathering breaks rocks into pieces.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Chemical weathering changes the minerals of rocks.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Hydrolysis changes feldspar into clay.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Djaouro's uncle says that his rich soil came from rocks that broke down over thousands of years. But last rainy season, rocks fell from a hill and blocked the road to his farm.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Weathering gives good soil but also causes rockfalls.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good about weathering?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makes soil.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bad about it?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Weathered rocks can fall and block roads.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know the good and bad effects of weathering.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POSITIVE IMPACTS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soil_profile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soil profile.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POSITIVE IMPACTS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does weathering make soil?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POSITIVE IMPACTS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Rocks break down and mix with humus.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NEGATIVE IMPACTS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f4_landslid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landslide on a road.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NEGATIVE IMPACTS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do landslides often happen after heavy rain?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NEGATIVE IMPACTS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Weathered soil gets wet and heavy, and slides down.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MEASURES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f4_terrace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Steps (terraces) on a hillside.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MEASURES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do these steps protect the slope?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MEASURES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slow the water and hold the soil.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Impact of Weathering on the Environment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Denudation Processes, Landforms and Impacts on Man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Weathering Processes: The Products and Impacts on Man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Further Study 2: The Impact of Weathering on the Environment</a:t>
            </a:r>
            <a:endParaRPr lang="en-US" sz="3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Soil: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top layer of the land where plants grow.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Landslide: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sliding of soil and rocks down a slope.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Positive Impacts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Soil: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Weathering makes soil for farming.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Minerals: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Bauxite of Minim-Martap.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Materials: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Sand and clay for building.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Negative Impacts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Landslides: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block roads and destroy houses.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Buildings: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Walls and roads crack.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Leaching: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Rain washes plant food away.</a:t>
            </a:r>
            <a:endParaRPr lang="en-US" sz="4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IV. Measures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Trees and grass: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hold the soil.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Terraces: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slow the water.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Good buildings: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Strong walls and drains.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one positive impact of weathering.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makes soil.</a:t>
            </a:r>
            <a:endParaRPr lang="en-US" sz="4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one measure against landslides.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Plant trees on slopes (or build terraces).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Weathering helps to form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Soil sliding down a slope is a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Steps built on a hillside are ______.</a:t>
            </a:r>
            <a:endParaRPr lang="en-US" sz="36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Watch the Benue or a stream near your home. Write how fast the water flows, what it carries, and whether it is wide or narrow.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18: Action of Rivers on the Landscape.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Soil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sol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Humus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L'humus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Bedrock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roche mère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Landslide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glissement de terrain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Rockfall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L'éboulement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Leaching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lessivage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Bauxite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bauxite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Fertility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fertilité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Denudation Processes, Landforms and Impacts on Man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Further Study 2: The Impact of Weathering on the Environment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Explain the positive impacts of weathering. Explain the negative impacts of weathering. Suggest measures to reduce the negative impacts.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how weathering gives soils and resources, and to take simple measures against rockfalls and the decay of buildings.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Soil, Landslide; II. Positive Impacts: Soil, Minerals, Materials; III. Negative Impacts: Landslides, Buildings, Leaching; IV. Measures: Trees and grass, Terraces, Good buildings.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Watch the Benue or a stream near your home. Write how fast the water flows, what it carries, and whether it is wide or narrow.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5 min | Situation 5 min | 3 activities 12 min | Board summary (copying) 15 min | Evaluation, homework 5 min | Logbook 5 min | Spare 3 min</a:t>
            </a:r>
            <a:endParaRPr lang="en-US" sz="2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 (MINESEC), Form 4 — Denudation Processes, Landforms and Impacts on Man.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lesson notes (Form 4), checked and corrected where necessary.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2: “Siuslaw National Forest, landslide, road failure.jpg” by Forest Service Pacific Northwest Region, Public domain 1.0, via Flickr (https://www.flickr.com/photos/135886671@N08/36218241110)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“Terraced Hillside” by AdamCohn, CC BY-NC-ND 2.0, via Flickr (https://www.flickr.com/photos/96142515@N00/6311042523)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2026-09-27T04:25:16Z</dcterms:created>
  <dcterms:modified xsi:type="dcterms:W3CDTF">2026-09-27T04:25:16Z</dcterms:modified>
</cp:coreProperties>
</file>