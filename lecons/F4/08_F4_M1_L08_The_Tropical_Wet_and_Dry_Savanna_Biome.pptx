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The Tropical Wet and Dry (Savanna)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Tropical Biomes and their Significance. The key notions we shall use today are: savanna, ferruginous soils, cereal farming, pastoral farming, handicrafts. At the end, you should be able to do this: learners are able to describe the savanna biome and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7: The Tropical Rainforest Biome. The question was: Draw a sketch map of the world showing the three main rainforest areas.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map shows the Amazon Basin (South America), the Congo Basin (Central Africa, including southern Cameroon) and South-East Asia (Indonesia, Malaysia).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savanna biome. Number 2: describe its climate, vegetation, soils and animal life. Number 3: describe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Garoua has a rainy and a dry season. The savanna has grass and scattered trees. Many cattle are reared in the North.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the grass around Garoua is yellow and many trees lose their leaves. In the rainy season, everything becomes green and farmers sow sorghum and cotton.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the changes of the savanna during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happens in the dry season?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grass dries and trees lose their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farmers grow?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Sorghum and cotton.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avoid bush fires and protect the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biome in which we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savanna in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is the savanna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5° and 15°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of Garoua.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savanna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all year with a wet season and a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savanna with scattered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vegetation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Tall grass with scattered trees such as the baobab and the acacia.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elephants in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animals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Elephants, lions and antelopes (also giraffes, zebras).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cattle of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human activities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Cereal farming, cattle rearing and handicrafts (also cotton farming,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savanna is located as follows. On this slide we have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savanna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savanna has the following characteristics. On this slide we have Climate and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Soils and Animal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Activities. People carry out the following activities. On this slide we have Farming and Pastoral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Activities. On this slide we have Handicrafts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the savanna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all year with a wet and a dry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human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cereal farming and cattle rearing.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ferruginous; number 2, cereals; number 3, baobab.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activities of people in the savanna around your home.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The Tropical Monsoon Biome.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THE TROPICAL WET AND DRY (SAVANNA) BIOME</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Wet and Dry (Savanna) Biome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Biomes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The Tropical Wet and Dry (Savanna) Biome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Savanna, ferruginous soils, cereal farming, pastoral farming, handicrafts.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characteristics (climate, vegetation, soils, animal life);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savanna biome and its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7: The Tropical Rainforest Biome):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world showing the three main rainforest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map shows the Amazon Basin (South America), the Congo Basin (Central Africa, including southern Cameroon) and South-East Asia (Indonesia, Malaysia).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savanna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climate, vegetation, soils and animal life.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Garoua has a rainy and a dry season.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savanna has grass and scattered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cattle are reared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the grass around Garoua is yellow and many trees lose their leaves. In the rainy season, everything becomes green and farmers sow sorghum and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the changes of the savanna during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grass dries and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farmers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Sorghum and cotton.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Avoid bush fires and protect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biome in which we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savanna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the savanna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5° and 15°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arou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Garoua.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savanna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with a wet season and a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with scattered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Tall grass with scattered trees such as the baobab and the acacia.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Elephants in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animals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Elephants, lions and antelopes (also giraffes, zebras).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 of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human activities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Cereal farming, cattle rearing and handicrafts (also cotton farming,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Tropical Biomes and their Significance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8: The Tropical Wet and Dry (Savanna) Biome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is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the rainforest and the desert, from about 5° to 15° north and south, including northern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pic>
        <p:nvPicPr>
          <p:cNvPr id="4" name="Image 0" descr="/home/claude/f4/img/v2/savanna_africa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savanna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savanna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with a wet season and a dry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tall grass with scattered trees that lose their leaves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are mainly red ferruginous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Animal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herbivores and carnivores live there, such as elephants, antelopes and lions.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cereals such as sorghum, millet and maize, and cotton.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Pastoral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Herders rear cattle, sheep and goats.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Handicrafts and 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make crafts and tourists visit parks such as Waza and Bénoué.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savanna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with a wet and a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Cereal farming and cattle rearing.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of the savanna are ______ soils.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Sorghum and millet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big tree of the savanna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activities of people in the savanna around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Tropical Monsoon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L'herbe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Cereal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céréale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L'artisanat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The Tropical Wet and Dry (Savanna) Biome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savanna biome. Describe its climate, vegetation, soils and animal life. Describe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savanna biome and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Characteristics;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activities of people in the savanna around your home.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plants around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animals of Bénoué park.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activities of the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2026-09-28T21:14:58Z</dcterms:created>
  <dcterms:modified xsi:type="dcterms:W3CDTF">2026-09-28T21:14:58Z</dcterms:modified>
</cp:coreProperties>
</file>