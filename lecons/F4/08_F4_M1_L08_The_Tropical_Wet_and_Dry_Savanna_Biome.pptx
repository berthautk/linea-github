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Tropical Wet and Dry (Savanna)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savanna, ferruginous soils, cereal farming, pastoral farming, handicrafts. At the end, you should be able to do this: learners are able to describe the savanna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Tropical Rainforest Biome. The question was: Draw a sketch map of the world showing the three main rainforest areas.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the Amazon Basin (South America), the Congo Basin (Central Africa, including southern Cameroon) and South-East Asia (Indonesia, Malaysia).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savanna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and a dry season. The savanna has grass and scattered trees. Many cattle are reared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grass around Garoua is yellow and many trees lose their leaves. In the rainy season, everything becomes green and farmers sow sorghum and cotton.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changes of the savanna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grass dries and trees lose their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farmers grow?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Sorghum and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bush fires and protect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biome in which we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savanna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savanna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savanna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with a wet season and a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savanna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vegetation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grass with scattered trees such as the baobab and the acacia.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elephants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animals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Elephants, lions and antelopes (also giraffes, zebras).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human activities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Cereal farming, cattle rearing and handicrafts (also cotton farming,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savanna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savanna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savanna has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Farming and Pastoral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Handicrafts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savanna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all year with a wet and a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cereal farming and cattle rearing.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ferruginous; number 2, cereals; number 3, baobab.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activities of people in the savanna around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Tropical Monsoon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THE TROPICAL WET AND DRY (SAVANNA) BIOME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Wet and Dry (Savanna)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Tropical Wet and Dry (Savanna)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Savanna, ferruginous soils, cereal farming, pastoral farming, handicrafts.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savanna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Tropical Rainforest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the three main rainforest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the Amazon Basin (South America), the Congo Basin (Central Africa, including southern Cameroon) and South-East Asia (Indonesia, Malaysia).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savanna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grass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cattle are reared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grass around Garoua is yellow and many trees lose their leaves. In the rainy season, everything becomes green and farmers sow sorghum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changes of the savanna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grass dries and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Sorghum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bush fires and protect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biome in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savanna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with a wet season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 with scattered trees such as the baobab and the acacia.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animals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Elephants, lions and antelopes (also giraffes, zebras).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activities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Cereal farming, cattle rearing and handicrafts (also cotton farming,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Tropical Wet and Dry (Savanna)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the rainforest and the desert, from about 5° to 15° north and south, including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a wet season and a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tall grass with scattered trees that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mainly red ferruginous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herbivores and carnivores live there, such as elephants, antelopes and lions.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cereals such as sorghum, millet and maize, and cotton.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rear cattle, sheep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Handicrafts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make crafts and tourists visit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savanna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with a wet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Cereal farming and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savanna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Sorghum and millet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big tree of the savanna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activities of people in the savanna around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Tropical Monsoon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Cereal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céréale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Tropical Wet and Dry (Savanna)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savanna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savanna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activities of people in the savanna around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plants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animals of Bénoué park.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activities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2026-09-27T14:07:38Z</dcterms:created>
  <dcterms:modified xsi:type="dcterms:W3CDTF">2026-09-27T14:07:38Z</dcterms:modified>
</cp:coreProperties>
</file>