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32: Weather Elements: Atmospheric Temperatures.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3: Weather and Climate — Adaptation to Climatic Excesses.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Earth-Atmosphere System, and the sub-topic is Measurement of Weather Elements. The key notions we shall use today are: temperature, thermometer, Stevenson screen. At the end, you should be able to do this: learners are able to measure the temperature of the air correctly and calculate daily means and ranges.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31: Weather and Climate. The question was: Put one bottle of water in the sun and another in the shade for one hour. Touch both and write down which is hotter and why.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bottle in the sun is hotter, because it receives the direct rays of the Sun, while the one in the shade is protected from them.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atmospheric temperature. Number 2: describe how temperature is measured and calculate mean and range. Number 3: describe the Stevenson screen and the rules for siting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Weather is the condition of the atmosphere at a given time; climate is the average over 30 years. Each weather element has its instrument, unit and isoline. Temperature is measured with a thermometer, in °C.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Ali puts his thermometer in the sun on the concrete and reads 45 °C. Bouba hangs his in the shade of a tree and reads 36 °C. They wonder which reading is correct.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two readings are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reading is correct?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Bouba's, in the shade.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should a thermometer be placed?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 the shade, in a Stevenson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measure temperatures correctly in the shade, not in the Sun.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measure the temperature of the air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thermometer that shows the highest and the lowest temperature.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does this thermometer record?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maximum and the minimum temperature of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a worked example.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Maximum 38 °C, minimum 24 °C. Find the mean and the range.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Mean: 31 °C. Range: 14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Stevenson screen.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this box white with openings on the sides?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White reflects the sun; the openings let the air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Measurement of Temperature. Temperature is defined and measured as follows. On this slide we have Temperature and Thermometer.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Measurement of Temperature. On this slide we have Six's thermometer.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Presentation of Temperature. Temperature data are presented with the following calculations. On this slide we have Mean daily temperature and Daily range.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calculating the mean and the range.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Siting of the Stevenson Screen. The Stevenson screen is built and placed as follows. On this slide we have Colour and Louvred sides.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Siting of the Stevenson Screen. On this slide we have Siting.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Maximum 34 °C, minimum 20 °C. What is the mean?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27 °C.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the Stevenson screen painted white?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to reflect the sunlight.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Six's; number 2, 2; number 3, Stevenson.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Wet a piece of cloth and hang it outside in the morning and in the afternoon. Note how long it takes to dry each time.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33: Weather Elements: Humidity, Wind, Pressure and Sunshine.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32: WEATHER ELEMENTS: ATMOSPHERIC TEMPERATURES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Weather Elements: Atmospheric Temperatures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Earth-Atmosphere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Measurement of Weather Elements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32: Weather Elements: Atmospheric Temperatures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Temperature, thermometer, Stevenson screen.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atmospheric temperature; measurement and presentation; siting of the Stevenson screen.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measure the temperature of the air correctly and calculate daily means and ranges.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31: Weather and Climate):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Put one bottle of water in the sun and another in the shade for one hour. Touch both and write down which is hotter and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bottle in the sun is hotter, because it receives the direct rays of the Sun, while the one in the shade is protected from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atmospheric temperature.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how temperature is measured and calculate mean and range.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Stevenson screen and the rules for siting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Weather is the condition of the atmosphere at a given time; climate is the average over 30 years.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Each weather element has its instrument, unit and isoline.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Temperature is measured with a thermometer, in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Ali puts his thermometer in the sun on the concrete and reads 45 °C. Bouba hangs his in the shade of a tree and reads 36 °C. They wonder which reading is correct.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two readings are different.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reading is correct?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Bouba's, in the shade.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should a thermometer be placed?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shade, in a Stevenson screen.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Measure temperatures correctly in the shade, not in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measure the temperature of the air correctly.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MEASUREMENT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maxmi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thermometer that shows the highest and the lowest temperature.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MEASUREMENT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this thermometer record?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MEASUREMENT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maximum and the minimum temperature of the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temp_mea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worked example.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Maximum 38 °C, minimum 24 °C. Find the mean and the range.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Mean: 31 °C. Range: 14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STEVENSON SCREEN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stevens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Stevenson screen.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STEVENSON SCREEN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this box white with openings on the sides?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STEVENSON SCREEN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White reflects the sun; the openings let the air pass.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Earth-Atmosphere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Measurement of Weather Elements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32: Weather Elements: Atmospheric Temperatures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Measurement of Temperature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Temperature is defined and measured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Temperature: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degree of hotness or coldness of the air.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Thermometer: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shows the temperature of the air at the moment it is read.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Measurement of Temperature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Six's thermometer: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records the maximum and the minimum temperatures of the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Presentation of Temperature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Temperature data are presented with the following calculations: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 daily temperature: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(maximum + minimum) ÷ 2, for example (38 + 24) ÷ 2 = 31 °C.</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Daily range: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maximum − minimum, for example 38 − 24 = 14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Presentation of Temperature</a:t>
            </a:r>
            <a:endParaRPr lang="en-US" sz="3600" dirty="0"/>
          </a:p>
        </p:txBody>
      </p:sp>
      <p:pic>
        <p:nvPicPr>
          <p:cNvPr id="4" name="Image 0" descr="/home/claude/f4/img/v2/temp_mea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calculating the mean and the range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Siting of the Stevenson Screen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Stevenson screen is built and placed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Colour: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painted white to reflect sunlight.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Louvred sides: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Its slatted sides let the air move freely inside.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Siting of the Stevenson Screen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Siting: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stands on grass in an open place, about 1.2 m above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Maximum 34 °C, minimum 20 °C. What is the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27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Stevenson screen painted white?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reflect the sunlight.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highest and lowest temperatures are recorded by the ______ thermometer.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Mean = (maximum + minimum) ÷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Thermometers are kept in a ______ screen.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Wet a piece of cloth and hang it outside in the morning and in the afternoon. Note how long it takes to dry each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33: Weather Elements: Humidity, Wind, Pressure and Sunshine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Temperature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température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Maximum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maximum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Minimum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minimum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Range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L'amplitude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moyenne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Stevenson screen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L'abri météorologique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L'ombre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Isotherm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L'isotherme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Earth-Atmosphere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32: Weather Elements: Atmospheric Temperatures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atmospheric temperature. Describe how temperature is measured and calculate mean and range. Describe the Stevenson screen and the rules for siting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measure the temperature of the air correctly and calculate daily means and ranges.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Measurement of Temperature; Presentation of Temperature; Siting of the Stevenson Screen.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Wet a piece of cloth and hang it outside in the morning and in the afternoon. Note how long it takes to dry each time.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U-shaped thermometer.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write the example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a white wooden box on legs.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WMO Guide to Instruments and Methods of Observation (WMO-No. 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“maximum minimum thermometer” by Leo Reynolds, CC BY-NC-SA 2.0, via Flickr (https://www.flickr.com/photos/49968232@N00/7928521796)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“Adelaide. Urrbrae. The weather station at the Waite campus of the Univ” by denisbin, CC BY-ND 2.0, via Flickr (https://www.flickr.com/photos/82134796@N03/49865994827)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2026-09-27T10:04:55Z</dcterms:created>
  <dcterms:modified xsi:type="dcterms:W3CDTF">2026-09-27T10:04:55Z</dcterms:modified>
</cp:coreProperties>
</file>