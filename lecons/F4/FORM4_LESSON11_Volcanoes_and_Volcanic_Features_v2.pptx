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11: Volcanoes and Volcanic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last eruptions of Mount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2000 eruption of Mount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simple volcano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crater lakes of Cameroon (Barombi, Nyos).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lava 2. vent 3. active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Volcanoes and Volcanic Features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 — Volcanoes and People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Volcanoes and 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Volcanoes and Volcanic 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Volcanicity, magma, lava, crater, vent, intrusive and extrusive features.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and origin of volcanoes; types by activity; structure of a volcano; intrusive features (illustration only) and extrusive features.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draw and label a volcano, and to recognise volcanic landforms in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volcano and volcanicity.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volcanoes according to their activity.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label the structure of a volcano.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intrusive and extrusive volcanic features.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plates move at their margins.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Magma rises at constructive margins and at subduction zones.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Cameroon is an active volcano.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Cameroon, near Buea, is a very high mountain and an active volcano. In 1999 and 2000, lava flowed down its sides. The soils around it are dark and very fertile.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live near an active volcano.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came out of Mount Cameroon in 2000?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people still live there?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volcanic soils are very fertile.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volcanoes and their parts.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erup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volcano erupts.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comes out of a volcano?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Lava, ash, gases and rocks.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volcan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parts of a volcano.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parts of a volcano from the bottom to the top.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chamber, vent (pipe), crater.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cr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lake inside an old volcano.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very large hollow of an old volcano is full of water.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caldera (a very large crater).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Volcanoes and Volcanic Features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Structure of the Earth: Building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Volcanoes and People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11: Volcanoes and Volcanic Features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Volcano: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opening in the crust where magma comes out.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magma that comes out on the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round hollow at the top of a volcano.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Volcanoes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Active: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erupts now or recently (Mount Cameroon).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Dormant: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sleeping but can erupt.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Extinct: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will not erupt again.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Structure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chamber, vent, crater, lava and ash.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Structure (2/2)</a:t>
            </a:r>
            <a:endParaRPr lang="en-US" sz="3600" dirty="0"/>
          </a:p>
        </p:txBody>
      </p:sp>
      <p:pic>
        <p:nvPicPr>
          <p:cNvPr id="13" name="Image 0" descr="/home/claude/f4/img/v2/volcan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volcano and its parts.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Volcanic Features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Inside the crust: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Dykes, sills, batholiths.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On the surface: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Cones, craters, calderas, lava plateaux.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volcano?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opening in the crust where magma comes out.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Mount Cameroon active, dormant or extinct?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Active: it erupted in 1999 and 2000.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Magma on the surface is called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pipe of a volcano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volcano that erupts now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Imagine a friend wants to farm near Buea, on Mount Cameroon. Write two good reasons to go and two dangers.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12: The Impact of Volcanicity on Man.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volcan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magma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lave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cratère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cheminée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Eruption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L'éruption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dyke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volcano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volcan actif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11: Volcanoes and Volcanic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volcano and volcanicity. Classify volcanoes according to their activity. Draw and label the structure of a volcano. Identify intrusive and extrusive volcanic features.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draw and label a volcano, and to recognise volcanic landforms in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Volcano, Lava, Crater; II. Types of Volcanoes: Active, Dormant, Extinct; III. Structure: Parts; IV. Volcanic Features: Inside the crust, On the surface.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 a friend wants to farm near Buea, on Mount Cameroon. Write two good reasons to go and two dangers.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Structure of the Earth: Building Processes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Volcanism Program (Smithsonian): Mount Cameroon.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“Happy Anniversary Hawaii” by U.S. Geological Survey, CC0 1.0, via Flickr (https://www.flickr.com/photos/27784370@N05/14802198589)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“Taal Lake and Volcano, Tagaytay, Philippines” by Ray in Manila, CC BY 2.0, via Flickr (https://www.flickr.com/photos/21186555@N07/28260012661)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2026-09-27T04:25:15Z</dcterms:created>
  <dcterms:modified xsi:type="dcterms:W3CDTF">2026-09-27T04:25:15Z</dcterms:modified>
</cp:coreProperties>
</file>