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3: Great Circles and the International Date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 on the route of aeroplanes.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cut an orange in two equal halves, then cut a small piece from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has seen the New Year on television.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line and write MONDAY on the left and SUNDAY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great 2. 180th 3. 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Circles and the International Date Line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 — Location and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Great Circles and the International Date 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circle, small circle, shortest route, date line.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circles and the International Date Line: meaning, illustrations and importance.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aeroplanes follow curved routes, and why the date changes when people cross the Pacific Ocean.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great circle and a small circle, with examples.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importance of great circles.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International Date Line and explain its importance.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Latitudes are parallel lines; the Equator is the longest.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Longitudes meet at the poles.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180° meridian is opposite the Prime Meridian.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31 December, Fatimé watches the news. In the afternoon, people in Australia are already celebrating the New Year. After midnight in Garoua, people in America are still waiting.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Fatimé does not understand why the New Year comes at different times.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country celebrates first?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Australia (and New Zealand).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line decides where a new day begins?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International Date Line.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great circles and the line where each new day begins.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GREAT CIRCLES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great_circl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great circle and a small circle.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GREAT CIRCLES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circle cuts the Earth into two equal halves?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GREAT CIRCLES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great circle, like the Equator.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DATE 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firewor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Year fireworks in Sydney, Australia.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DATE 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Australia see the New Year before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DATE 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far to the east, near the Date Line, where each new day begins.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DATE 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id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International Date Line in the Pacific Ocean.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DATE 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West of the line it is Monday. What day is it east of the line?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DATE 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Sunday: one day behind.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Great Circles and the International Date Line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 as a Planet in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Location and Time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Great Circles and the International Date Line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Great circle: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circle that cuts the Earth into two equal halves.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circle: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circle that does not cut the Earth into equal halves.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International Date Line: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line where each new day begins.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Great Circles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Examples: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Equator and every meridian with its opposite.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Importance: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great circle is the shortest way between two places.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Use: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Pilots and ships follow great circles.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Great Circles (2/2)</a:t>
            </a:r>
            <a:endParaRPr lang="en-US" sz="3600" dirty="0"/>
          </a:p>
        </p:txBody>
      </p:sp>
      <p:pic>
        <p:nvPicPr>
          <p:cNvPr id="13" name="Image 0" descr="/home/claude/f4/img/v2/great_circl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two circles.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International Date Line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Place: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follows 180° in the Pacific Ocean.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Shape: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bends to avoid countries.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Going west: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add one day.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Going east: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remove one day.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Equator a great circle? Why?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Yes. It cuts the Earth into two equal halves.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the date when we cross the Date Line going west?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add one day.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circle that cuts the Earth into two equal halves is a ______ circle.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International Date Line follows the ______ degree line.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Crossing the line going west, we ______ one day.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Bring an atlas, a ruler and a pencil to the next lesson. Find the map of Cameroon in your atlas.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Practical Work 1: Locate a Place on a Map.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circle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grand cercle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circle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petit cercle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route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chemin le plus court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Line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ligne de changement de 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 Ocean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L'océan Pacifique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jour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voyageur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Great Circles and the International Date 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great circle and a small circle, with examples. Give the importance of great circles. Describe the International Date Line and explain its importance.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aeroplanes follow curved routes, and why the date changes when people cross the Pacific Ocean.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Great circle, Small circle, International Date Line; II. Great Circles: Examples, Importance, Use; III. The International Date Line: Place, Shape, Going west, Going east.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an atlas, a ruler and a pencil to the next lesson. Find the map of Cameroon in your atlas.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Earth as a Planet in the Solar System.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“New Year's Fireworks - Sydney Harbour” by Charlie Brewer, CC BY-NC-SA 2.0, via Flickr (https://www.flickr.com/photos/11827916@N00/2157381693)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2026-09-26T10:44:19Z</dcterms:created>
  <dcterms:modified xsi:type="dcterms:W3CDTF">2026-09-26T10:44:19Z</dcterms:modified>
</cp:coreProperties>
</file>