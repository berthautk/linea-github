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12: The Situation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Physical Geography of Cameroon, and the sub-topic is Background of Cameroon. The key notions we shall use today are: latitudinal location, relative location, size, neighbours. At the end, you should be able to do this: learners are able to locate Cameroon and describe its size and neighbours.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11: The Mediterranean Biome. The question was: List three products from Mediterranean lands sold in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Olive oil, oranges or apples, wine or grape juice (also dates, pasta).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give the latitudinal and longitudinal location of Cameroon. Number 2: name its neighbours and water bodies. Number 3: state the size and shape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Latitudes and longitudes locate places. Cameroon is in Africa. Cameroon has ten regions.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foreign visitor asks Hamidou where Cameroon is in Africa, how big it is and which countries are its neighbours. Hamidou is not sure how to answer.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Hamidou cannot describe the situation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On which continent is Cameroon?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one neighbour of Cameroon.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Nigeria (also Chad, CAR, Congo, Gabon, Equatorial Guinea).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locate Cameroon and its neighbours on a map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where our country is and how large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africa with latitudes and longitudes.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Between which latitudes and longitudes is Cameroon found?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Between about 2° N and 13° N, and between about 8° E and 16°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cameroon in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 which part of Africa is Cameroon found?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Central Africa, at the hinge between West and Central Africa, on the Gulf of Guinea.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cameroon and its regions.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the six neighbours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Nigeria, Chad, the Central African Republic, Congo, Gabon and Equatorial Guinea.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shape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the area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475,000 km².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shape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Describe the shape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a triangle, long from south to north (about 1,200 km), narrow in the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Cameroon is located as follows. On this slide we have Latitudinal location and Relative location.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On this slide we have Neighbours.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cameroon in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Size and Shape. Cameroon has the following size and shape. On this slide we have Size, Shape and Coast.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Between which latitudes is Cameroon found?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about 2° N and 13° 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four neighbours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nigeria, Chad, CAR and Gabon.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475,000; number 2, Nigeria; number 3, Chad.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sketch map of Cameroon and name its neighbours.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13: The Relief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12: THE SITUATION OF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Situation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Physical 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Background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12: The Situation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Latitudinal location, relative location, size, neighbours.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size.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Cameroon and describe its size and neighbours.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11: The Mediterranean Biome):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products from Mediterranean lands sold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Olive oil, oranges or apples, wine or grape juice (also dates, pasta).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latitudinal and longitudinal location of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its neighbours and water bodies.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size and shape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Latitudes and longitudes locate places.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is in Africa.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ten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foreign visitor asks Hamidou where Cameroon is in Africa, how big it is and which countries are its neighbours. Hamidou is not sure how to answer.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Hamidou cannot describe the situation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which continent is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neighbour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Nigeria (also Chad, CAR, Congo, Gabon, Equatorial Guinea).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Locate Cameroon and its neighbours on a map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where our country is and how large it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LATITUDINAL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frica_grid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Africa with latitudes and longitudes.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LATITUDINAL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and longitudes is Cameroon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LATITUDINAL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about 2° N and 13° N, and between about 8° E and 16° 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RELATIVE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africa_location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Cameroon in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RELATIVE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part of Africa is Cameroon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RELATIVE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Central Africa, at the hinge between West and Central Africa, on the Gulf of Guinea.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NEIGHBOURS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mr_regions_big.png">    </p:cNvPr>
          <p:cNvPicPr>
            <a:picLocks noChangeAspect="1"/>
          </p:cNvPicPr>
          <p:nvPr/>
        </p:nvPicPr>
        <p:blipFill>
          <a:blip r:embed="rId1"/>
          <a:stretch>
            <a:fillRect/>
          </a:stretch>
        </p:blipFill>
        <p:spPr>
          <a:xfrm>
            <a:off x="2191621" y="1783080"/>
            <a:ext cx="780845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Cameroon and its regions.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NEIGHBOURS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six neighbours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NEIGHBOURS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Nigeria, Chad, the Central African Republic, Congo, Gabon and Equatorial Guinea.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SIZE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ameroon_grid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shape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SIZE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area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SIZE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475,000 km².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ameroon_relief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shape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shape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triangle, long from south to north (about 1,200 km), narrow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Physical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Background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The Situation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is located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Latitudinal 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between about 2° N and 13° N and between about 8° E and 16° 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Relative 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in Central Africa, on the Gulf of Guinea, at the hinge of West and Central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Neighbours: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neighbours are Nigeria, Chad, the CAR, Congo, Gabon and Equatorial Guinea.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a:t>
            </a:r>
            <a:endParaRPr lang="en-US" sz="3600" dirty="0"/>
          </a:p>
        </p:txBody>
      </p:sp>
      <p:pic>
        <p:nvPicPr>
          <p:cNvPr id="4" name="Image 0" descr="/home/claude/f4/img/v2/africa_location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Cameroon in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Size and Shape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the following size and shape: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covers about 475,000 km².</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Shape: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triangular, about 1,200 km long from the south to Lake Chad.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about 400 km of coast on the Atlantic Ocean.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is Cameroon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2° N and 13° 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neighbours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Nigeria, Chad, CAR and Gabon.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Cameroon covers about ______ km².</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neighbour to the west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lake in the far north is Lake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Cameroon and name its neighbours.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The Relief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localisation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Neighbour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voisin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Border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frontière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superficie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côte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Shape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Physical 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12: The Situation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the latitudinal and longitudinal location of Cameroon. Name its neighbours and water bodies. State the size and shape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Cameroon and describe its size and neighbours.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Location; Size and Shape.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sketch map of Cameroon and name its neighbours.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point to Cameroon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borders.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with Chad and Nigeria.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the outline.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2026-09-28T21:14:59Z</dcterms:created>
  <dcterms:modified xsi:type="dcterms:W3CDTF">2026-09-28T21:14:59Z</dcterms:modified>
</cp:coreProperties>
</file>