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Situation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latitudinal location, relative location, size, neighbours. At the end, you should be able to do this: learners are able to locate Cameroon and describe its size and neighbours.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Mediterranean Biome. The question was: List three products from Mediterranean lands sold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Olive oil, oranges or apples, wine or grape juice (also dates, pasta).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latitudinal and longitudinal location of Cameroon. Number 2: name its neighbours and water bodies. Number 3: state the size and shape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and longitudes locate places. Cameroon is in Africa. Cameroon has ten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foreign visitor asks Hamidou where Cameroon is in Africa, how big it is and which countries are its neighbours. Hamidou is not sure how to answer.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Hamidou cannot describe the situation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On which continent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neighbour of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Nigeria (also Chad, CAR, Congo, Gabon,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Cameroon and its neighbours on a map of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our country is and how large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africa with latitudes and longitudes.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Between which latitudes and longitudes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Between about 2° N and 13° N, and between about 8° E and 16°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cameroon in Africa.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part of Africa is Cameroon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Central Africa, at the hinge between West and Central Africa, on the Gulf of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cameroon and its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the six neighbours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Nigeria, Chad, the Central African Republic, Congo, Gabon and Equatorial Guinea.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the shape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area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475,000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shape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shape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a triangle, long from south to north (about 1,200 km), narrow in the north.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Cameroon is located as follows. On this slide we have Latitudinal location and Relative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Neighbours.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cameroon in Africa.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Size and Shape. Cameroon has the following size and shape. On this slide we have Size, Shape and Coast.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Between which latitudes is Cameroon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2° N and 13° 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four neighbours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nigeria, Chad, CAR and Gabon.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475,000; number 2, Nigeria;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and name its neighbours.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The Relief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SITUATION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Situation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Situation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Latitudinal location, relative location, size, neighbours.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size.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Cameroon and describe its size and neighbours.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Mediterranean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products from Mediterranean lands sold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Olive oil, oranges or apples, wine or grape juice (also dates, pasta).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latitudinal and longitudinal location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its neighbours and water bodies.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size and shape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and longitudes locate places.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is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foreign visitor asks Hamidou where Cameroon is in Africa, how big it is and which countries are its neighbours. Hamidou is not sure how to answer.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Hamidou cannot describe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continent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neighbour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(also Chad, CAR, Congo, Gabon,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Cameroon and its neighbours on a map of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our country is and how large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frica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Africa with latitudes and longitudes.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and longitudes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LATITUDINAL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about 2° N and 13° N, and between about 8° E and 16° 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Africa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RELATIVE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Central Africa, at the hinge between West and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regions_big.png">    </p:cNvPr>
          <p:cNvPicPr>
            <a:picLocks noChangeAspect="1"/>
          </p:cNvPicPr>
          <p:nvPr/>
        </p:nvPicPr>
        <p:blipFill>
          <a:blip r:embed="rId1"/>
          <a:stretch>
            <a:fillRect/>
          </a:stretch>
        </p:blipFill>
        <p:spPr>
          <a:xfrm>
            <a:off x="2191621" y="1783080"/>
            <a:ext cx="780845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Cameroon and its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six neighbours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NEIGHBOURS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Chad, the Central African Republic,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eroon_grid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area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475,000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shape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triangle, long from south to north (about 1,200 km), narrow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Situation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Latitudinal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2° N and 13° N and between about 8° E and 16° 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in Central Africa, on the Gulf of Guinea, at the hinge of West and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Neighbours: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neighbours are Nigeria, Chad, the CAR, Congo, Gabon and Equatorial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africa_location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Cameroon in Africa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Size and Shape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size and shape: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about 475,000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triangular, about 1,200 km long from the south to Lake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about 400 km of coast on the Atlantic Ocean.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Between which latitudes is Cameroon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2° N and 13° 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neighbours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Nigeria, Chad, CAR and Gabon.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covers about ______ km².</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neighbour to the west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lake in the far north is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and name its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localisation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Neighbour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voisin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frontière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côte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Situation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latitudinal and longitudinal location of Cameroon. Name its neighbours and water bodies. State the size and shape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Cameroon and describe its size and neighbours.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Size and Shape.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and name its neighbours.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to Cameroon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borders.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Chad and Nigeria.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outline.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2026-09-27T14:07:39Z</dcterms:created>
  <dcterms:modified xsi:type="dcterms:W3CDTF">2026-09-27T14:07:39Z</dcterms:modified>
</cp:coreProperties>
</file>