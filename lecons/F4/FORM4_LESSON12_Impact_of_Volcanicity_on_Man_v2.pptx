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12: The Impact of Volcanicity on 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reasons and dangers of farming near Buea.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lava of 1999 near Bakingili.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tell the story of Lake Nyos (1986).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steam from a boiling 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geothermal 2. Nyos 3. fertile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12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 of Volcanicity on Man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 — Volcanoes and People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Volcanoes and People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The Impact of Volcanicity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Resources, hazards.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Volcanic hazards; importance of volcanoes; adaptation, mitigation and preventive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weigh the advantages and dangers of living near a volcano, and to give simple safety rules in case of an eruption.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main volcanic hazards.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importance of volcanoes.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adaptation, mitigation and preventive measures.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volcano is an opening through which magma, gases and ash come out.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Cameroon is an active volcano on the Cameroon Volcanic Line.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 Nyos is a crater lake.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friend of Aboubakar's family wants to start a farm near Buea because the soil is very fertile. Another friend says, "It is dangerous! You will live near an active volcano."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is fertile but near a dangerous volcano.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danger of the volcano.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 can burn farms and houses.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people do to stay safe?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Listen to warnings and leave when the volcano erupts.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dangers and the benefits of volcanoes.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lavaho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 has covered a road.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lava do to farms, roads and houses?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burns and buries them.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ny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Lake Nyos, North-West Region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1986, gas came out of this lake. What happened?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gas killed about 1,700 people and many animals.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BENEFITS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geotherm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1423" y="1691640"/>
            <a:ext cx="6786106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power station that uses the heat of the Earth.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BENEFITS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volcanoes give electricity?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BENEFITS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steam from the ground turns machines.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Impact of Volcanicity on Man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Structure of the Earth: Building Processes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Volcanoes and People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12: The Impact of Volcanicity on Man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Hazard: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event that can harm people and property.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Geothermal energy: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energy from the heat of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Volcanic Hazards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Lava and ash: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burn and bury farms.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Gases: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Lake Nyos killed about 1,700 people (1986).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Earthquakes: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happen near volcanoes.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Benefits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Fertile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 and bananas around Mount Cameroon.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Energy: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Geothermal power stations.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Tourism: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visit volcanoes.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Building stones: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Basalt and pozzolana.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Protection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Watching: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Scientists watch the volcano.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Warning: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leave in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Lake Nyos: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Pipes remove the gas from the lake.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danger and one benefit of volcanoes.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Danger: lava. Benefit: fertile soils.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happened at Lake Nyos in 1986?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cloud of gas killed about 1,700 people.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from the heat of the Earth is ______ energy.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1986, gas came out of Lake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soils near volcanoes are very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your parents if they have ever felt the ground shake. Write where and when it happened, and what they felt.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13: Earthquakes.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L'aléa / le danger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cendre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gaz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Fertile 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 fertile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Evacuation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L'évacuation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L'alerte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Geothermal energy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L'énergie géothermique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L'atténuation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The Impact of Volcanicity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main volcanic hazards. Explain the importance of volcanoes. Suggest adaptation, mitigation and preventive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weigh the advantages and dangers of living near a volcano, and to give simple safety rules in case of an eruption.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Hazard, Geothermal energy; II. Volcanic Hazards: Lava and ash, Gases, Earthquakes; III. Benefits: Fertile soils, Energy, Tourism, Building stones; IV. Protection: Watching, Warning, Lake Nyos.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your parents if they have ever felt the ground shake. Write where and when it happened, and what they felt.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Structure of the Earth: Building Processes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“Lava flow over road” by J. N. Stuart, CC BY-NC-ND 2.0, via Flickr (https://www.flickr.com/photos/21786539@N03/3387263273)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“Lake Nyos, Cameroon” by jbdodane, CC BY-NC 2.0, via Flickr (https://www.flickr.com/photos/27998473@N02/11584073056)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“Global Geothermal Alliance Stakeholder Meeting and Site Tour, 15-16 Ju” by International Renewable Energy Agency (IRENA), CC BY-NC-SA 2.0, via Flickr (https://www.flickr.com/photos/127932406@N06/18856399410)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2026-09-26T10:44:20Z</dcterms:created>
  <dcterms:modified xsi:type="dcterms:W3CDTF">2026-09-26T10:44:20Z</dcterms:modified>
</cp:coreProperties>
</file>