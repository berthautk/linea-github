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The Impact of Volcanicity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resources, hazards. At the end, you should be able to do this: learners are able to weigh the advantages and dangers of living near a volcano, and to give simple safety rules in case of an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Volcanoes and Volcanic Features. The question was: Imagine a friend wants to farm near Buea, on Mount Cameroon. Write two good reasons to go and two dangers.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Reasons: very fertile volcanic soils; cool climate and good rainfall for crops. Dangers: lava flows can destroy farms; earthquakes and gases can harm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volcanic hazards. Number 2: explain the importance of volcanoes. Number 3: suggest adaptation, mitigation and preventive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volcano is an opening through which magma, gases and ash come out. Mount Cameroon is an active volcano on the Cameroon Volcanic Line. Lake Nyos is a crater lake.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friend of Aboubakar's family wants to start a farm near Buea because the soil is very fertile. Another friend says, "It is dangerous! You will live near an active volcano."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is fertile but near a dangerous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danger of the volcano.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 can burn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people do to stay safe?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Listen to warnings and leave when the volcano erupts.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and safety measures in volcanic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dangers and the benefits of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lava has covered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lava do to farms, roads and houses?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burns and buries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lake Nyos, North-West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1986, gas came out of this lake. What happened?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gas killed about 1,700 people and many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power station that uses the heat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volcanoes give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steam from the ground turns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Hazard and Geothermal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Hazards. Volcanoes cause the following hazards. On this slide we have Lava and ash and Gases.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Hazards. On this slide we have Earthquakes.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Volcanoes. Volcanoes are useful to man in the following ways. On this slide we have Fertile soils and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Volcanoes. On this slide we have Tourism and Building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Mitigation and Prevention. People reduce volcanic dangers with the following measures. On this slide we have Monitoring and Warning and evacuation.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Mitigation and Prevention. On this slide we have Degassing.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danger and one benefit of volcanoes.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danger: lava. Benefit: fertile soils.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happened at Lake Nyos in 1986?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cloud of gas killed about 1,700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geothermal; number 2, Nyos; number 3,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parents if they have ever felt the ground shake. Write where and when it happened, and what they felt.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Earthquakes.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THE IMPACT OF VOLCANICITY ON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Volcanicity on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The Impact of Volcanicity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 hazards; importance of volcanoes; adaptation, mitigation and preventive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Volcanoes and Volcanic Features):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a friend wants to farm near Buea, on Mount Cameroon. Write two good reasons to go and two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Reasons: very fertile volcanic soils; cool climate and good rainfall for crops. Dangers: lava flows can destroy farms; earthquakes and gases can harm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volcanic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adaptation, mitigation and preventive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volcano is an opening through which magma, gases and ash come out.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 on the Cameroon Volcanic 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Lake Nyos is a crater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friend of Aboubakar's family wants to start a farm near Buea because the soil is very fertile. Another friend says, "It is dangerous! You will live near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fertile but near a dangerous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of the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can burn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people do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warnings and leave when the volcano erupts.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and safety measures in volcanic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dangers and the benefits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has covered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lava do to farms,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burns and buries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 North-West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1986, gas came out of this lake.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gas killed about 1,700 people and many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eothermal.jpg">    </p:cNvPr>
          <p:cNvPicPr>
            <a:picLocks noChangeAspect="1"/>
          </p:cNvPicPr>
          <p:nvPr/>
        </p:nvPicPr>
        <p:blipFill>
          <a:blip r:embed="rId1"/>
          <a:stretch>
            <a:fillRect/>
          </a:stretch>
        </p:blipFill>
        <p:spPr>
          <a:xfrm>
            <a:off x="2894725" y="1783080"/>
            <a:ext cx="64022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power station that uses the heat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volcanoes give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steam from the ground turns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 and People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event that can harm people and property.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Geothermal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energy produced from the heat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cause the following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and 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and bury houses, farms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Poisonous gases from Lake Nyos killed about 1,700 people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often happen before and during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useful to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soils around Mount Cameroon are good for tea, bananas and cocoa.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Geothermal power stations produce electricity from volcanic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tourists visit volcanoes, such as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Basalt and pozzolana are used for building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reduce volcanic dangers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Monitoring: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Scientists watch volcanoes with instruments to predict eruptions.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 and evacuation: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warned and leave dangerous areas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Degassing: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Pipes remove gas from Lake Nyos to prevent another disaster.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and one benefit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 lava. Benefit: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at Lake Nyos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of gas killed about 1,700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the heat of the Earth is ______ energy.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1986, gas came out of Lake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near volcanoes are very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if they have ever felt the ground shake. Write where and when it happened, and what they felt.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 / le danger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Geothermal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géothermique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The Impact of Volcanicity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volcanic hazards. Explain the importance of volcanoes. Suggest adaptation, mitigation and preventive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Volcanic Hazards; Importance of Volcanoes; Adaptation, Mitigation and Prevention.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parents if they have ever felt the ground shake. Write where and when it happened, and what they felt.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lava of 1999 near Bakingili.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tell the story of Lake Nyos (1986).</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steam from a boiling pot.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