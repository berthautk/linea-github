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notesMasterIdLst>
    <p:notesMasterId r:id="rId5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notesMaster" Target="notesMasters/notesMaster1.xml"/><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13: Earthquakes.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The Structure of the Earth: Building Processes and Impacts on Man — Seismic Activities and Man. We shall need 50 minutes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Structure of the Earth: Building Processes and Impacts on Man, and the sub-topic is Seismic Activities and Man. The key notions we shall use today are: seismicity, focus, epicentre, magnitude, resources, hazards. At the end, you should be able to do this: learners are able to explain what causes earthquakes and to apply safety rules (drop, cover and hold on) during an earthquake.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12: The Impact of Volcanicity on Man. The question was: Ask your parents if they have ever felt the ground shake. Write where and when it happened, and what they felt.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Answers vary. Example: in Buea, people felt the ground shake for a few seconds during the eruption of 1999; windows rattled and people ran outside.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an earthquake, its focus and its epicentre. Number 2: explain the causes of earthquakes. Number 3: describe how earthquakes are measured and how they appear. Number 4: explain their impact on man and suggest adaptation and mitigation measures.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plates move against each other at their margins. Volcanic eruptions can cause the ground to shake. Conservative margins have strong earthquakes.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On the news, Ismaïla sees that an earthquake in Morocco in September 2023 destroyed many villages. Thousands of people died. He wonders what makes the ground shake.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Ismaïla does not know what makes the ground shake.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did the earthquake destroy?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Villages and houses.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do so many people die?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Their houses fall on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know what to do during an earthquake: take cover, protect your head and stay away from walls.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earthquakes and how to reduce their damage.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animation: animation: the waves of an earthquake.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Where does the earthquake start? What is the point just above it?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starts at the focus. The point above is the epicentre.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seismograph.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does this instrument do?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records the shaking of the ground.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houses destroyed by an earthquake.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What is the main cause of death during an earthquake?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Buildings fall on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Earthquake and Focus.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Epicentre.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Causes of Earthquakes. Earthquakes have the following causes. On this slide we have Plate movements and Volcanic eruptions.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Causes of Earthquakes. On this slide we have Human activities.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focus and epicentre.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Manifestation and Measurement. Earthquakes are recorded and measured as follows. On this slide we have Seismograph and Richter scale.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Impact and Protection. Earthquakes affect people and are managed as follows. On this slide we have Impact on man and Strong buildings.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Impact and Protection. On this slide we have Education.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the epicentre?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point on the surface above the focus.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How do countries like Japan reduce the damage?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they build houses that resist earthquakes.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earthquake; number 2, seismograph; number 3, focus.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After the next rain, look at the side of a road or a slope. Write what the running water did to the soil, and where the soil went.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14: Denudation.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13: EARTHQUAKES</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gif"/><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13</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Earthquakes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The Structure of the Earth: Building Processes and Impacts on Man — Seismic Activities and Man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Structure of the Earth: Building Processes and Impacts on Man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Seismic Activities and Man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13: Earthquakes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Seismicity, focus, epicentre, magnitude, resources, hazards.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Definition; causes; manifestation; impact on man; adaptation and mitigation.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what causes earthquakes and to apply safety rules (drop, cover and hold on) during an earthquake.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12: The Impact of Volcanicity on Man):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Ask your parents if they have ever felt the ground shake. Write where and when it happened, and what they felt.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Answers vary. Example: in Buea, people felt the ground shake for a few seconds during the eruption of 1999; windows rattled and people ran outside.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an earthquake, its focus and its epicentre.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causes of earthquakes.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how earthquakes are measured and how they appear.</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their impact on man and suggest adaptation and mitigation measures.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plates move against each other at their margins.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Volcanic eruptions can cause the ground to shake.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Conservative margins have strong earthquakes.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the news, Ismaïla sees that an earthquake in Morocco in September 2023 destroyed many villages. Thousands of people died. He wonders what makes the ground shake.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Ismaïla does not know what makes the ground shake.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did the earthquake destroy?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Villages and houses.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so many people die?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Their houses fall on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Know what to do during an earthquake: take cover, protect your head and stay away from walls.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earthquakes and how to reduce their damage.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CAUSES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quake.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the waves of an earthquake.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CAUSES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does the earthquake start? What is the point just above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CAUSES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starts at the focus. The point above is the epicentre.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MANIFESTATION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4_seismograph.jpg">    </p:cNvPr>
          <p:cNvPicPr>
            <a:picLocks noChangeAspect="1"/>
          </p:cNvPicPr>
          <p:nvPr/>
        </p:nvPicPr>
        <p:blipFill>
          <a:blip r:embed="rId1"/>
          <a:stretch>
            <a:fillRect/>
          </a:stretch>
        </p:blipFill>
        <p:spPr>
          <a:xfrm>
            <a:off x="2251123" y="1783080"/>
            <a:ext cx="7689450"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seismograph.</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MANIFESTATION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this instrument do?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MANIFESTATION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records the shaking of the ground.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IMPACT ON MAN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4_quakedamage.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Houses destroyed by an earthquake.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IMPACT ON MAN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main cause of death during an earthquake?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IMPACT ON MAN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Buildings fall on people.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The Structure of the Earth: Building Processes and Impacts on Man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Seismic Activities and Man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13: Earthquakes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Earthquake: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sudden shaking of the ground.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Focus: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point under the ground where the earthquake starts.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Epicentre: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point on the surface directly above the focus.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Causes of Earthquakes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Earthquakes have the following causes: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Plate movements: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sudden movement of plates along faults is the main cause of earthquakes.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Volcanic eruptions: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Eruptions shake the ground around volcanoes.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Causes of Earthquakes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Human activities: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Mining, explosions and big dams can cause small earthquakes.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Causes of Earthquakes</a:t>
            </a:r>
            <a:endParaRPr lang="en-US" sz="3600" dirty="0"/>
          </a:p>
        </p:txBody>
      </p:sp>
      <p:pic>
        <p:nvPicPr>
          <p:cNvPr id="4" name="Image 0" descr="/home/claude/f4/img/v2/quake_mid.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focus and epicentre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Manifestation and Measurement</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Earthquakes are recorded and measured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Seismograph: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an instrument that records the shock waves of an earthquake.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Richter scale: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scale that measures the strength (magnitude) of an earthquake.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Impact and Protection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Earthquakes affect people and are managed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Impact on man: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Earthquakes kill people and destroy houses, roads and bridges.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Strong buildings: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Buildings designed to resist shaking reduce deaths.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Impact and Protection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Education: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People who learn safety drills know what to do during an earthquake.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epicentre?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point on the surface above the focus.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 countries like Japan reduce the damage?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build houses that resist earthquakes.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sudden shaking of the ground is an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instrument that records earthquakes is the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point under the ground where it starts is the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After the next rain, look at the side of a road or a slope. Write what the running water did to the soil, and where the soil went.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14: Denudation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Earthquake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séisme / le tremblement de terre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Focus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foyer / hypocentre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Epicentre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L'épicentre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Seismograph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sismographe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Magnitude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magnitude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Tsunami</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tsunami</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Fault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faille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Collapse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L'effondrement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Structure of the Earth: Building Processes and Impacts on Man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13: Earthquakes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an earthquake, its focus and its epicentre. Explain the causes of earthquakes. Describe how earthquakes are measured and how they appear. Explain their impact on man and suggest adaptation and mitigation measures.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what causes earthquakes and to apply safety rules (drop, cover and hold on) during an earthquake.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Causes of Earthquakes; Manifestation and Measurement; Impact and Protection.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After the next rain, look at the side of a road or a slope. Write what the running water did to the soil, and where the soil went.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4 min | Recall, situation, action 6 min | 3 activities 12 min | Board summary (copying) 15 min | Evaluation, remediation 5 min | Homework, next lesson 3 min | Logbook 5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Activity 1 is an animation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drop a stone in water: the waves spread in circles.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 a zigzag line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ask learners how houses could be made stronger.</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 Form 4 — The Structure of the Earth: Building Processes and Impacts on Man.</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lesson notes (Form 4), checked and corrected where necessary.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USGS Earthquake Hazards Program: magnitude and intensity.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“Recording drum from Golitsyn seismograph” by Galitzin, Boris; Masing, Hugo, CC BY-NC-SA 4.0, via sciencemuseum (https://collection.sciencemuseumgroup.org.uk/objects/co8647018/recording-drum-from-golitsyn-seismograph)</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“Collapsed buildings in earthquake-hit Chautara, Nepal” by DFID - UK Department for International Development, CC BY 2.0, via Flickr (https://www.flickr.com/photos/14214150@N02/16693413433)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49</Slides>
  <Notes>49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49</vt:i4>
      </vt:variant>
    </vt:vector>
  </HeadingPairs>
  <TitlesOfParts>
    <vt:vector size="5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2026-09-27T10:32:00Z</dcterms:created>
  <dcterms:modified xsi:type="dcterms:W3CDTF">2026-09-27T10:32:00Z</dcterms:modified>
</cp:coreProperties>
</file>