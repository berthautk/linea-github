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24: Main Erosional Processes and Features of Wave Action.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the homework: drawings of the coast of Limbe or Kribi.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a rock with a hollow at the bottom.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four steps on the 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use the drawing on the 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cliff 2. arch 3. stack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 4 GEOGRAPHY  —  LESSON 24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Erosional Processes and Features of Wave Action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 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Denudation Processes, Landforms and Impacts on Man — Wave Action along the Coast and Impacts on Man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minutes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Denudation Processes, Landforms and Impacts on Man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Wave Action along the Coast and Impacts on Man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24: Main Erosional Processes and Features of Wave Action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Capes and bays, cliffs, wave-cut platforms, caves, arches, stacks and stumps.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Erosional processes of waves; erosional features (use local examples).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recognise and explain the landforms of a rocky coast, and to respect the dangers of cliffs and caves.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four erosional processes of waves.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formation of capes and bays, cliffs and wave-cut platforms.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formation of caves, arches, stacks and stumps.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Destructive waves erode the coast.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backwash of destructive waves is stronger than the swash.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Rivers erode by hydraulic action, abrasion, attrition and solution.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 holiday in Limbe, Rahila sees big waves crash against the rocky coast. At the bottom of a rock face, the waves have cut a hollow and small caves.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Rahila wonders how waves can cut hard rock.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did the waves make?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hollow and small caves.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will happen to the caves after many years?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will become arches and then stacks.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know the landforms made by wave erosion.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CLIFFS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f4_cliff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Waves hit a cliff.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CLIFFS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 waves make a cliff?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CLIFFS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cut the bottom of the rock; the top falls; a steep cliff is left.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CAVE, ARCH, STACK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headland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Animation: a headland is worn away.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CAVE, ARCH, STACK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Put in order: stack, cave, stump, arch.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CAVE, ARCH, STACK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Cave, arch, stack, stump.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CAVE, ARCH, STACK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f4_arch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rock with a hole through it, on the coast.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CAVE, ARCH, STACK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waves have cut a hole right through the rock. What is it called?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CAVE, ARCH, STACK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 arch.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Main Erosional Processes and Features of Wave Action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Denudation Processes, Landforms and Impacts on Man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Wave Action along the Coast and Impacts on Man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24: Main Erosional Processes and Features of Wave Action</a:t>
            </a:r>
            <a:endParaRPr lang="en-US" sz="3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Cliff: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steep rock face on the coast.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Cave: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hole cut by waves in a cliff.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Arch: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cave that goes through a headland.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Stack: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pillar of rock left in the sea.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Erosional Processes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Hydraulic action: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force of waves breaks rock.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Abrasion: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Stones hit the cliff.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Attrition: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Stones become small and round.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D. Solution: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Sea water dissolves some rocks.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Erosional Features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Capes and bays: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Hard rock stays; soft rock goes.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Cliff and platform: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Waves cut the bottom of the rock.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Cave to stump: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Cave, arch, stack, stump.</a:t>
            </a:r>
            <a:endParaRPr lang="en-US" sz="4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Erosional Features (2/2)</a:t>
            </a:r>
            <a:endParaRPr lang="en-US" sz="3600" dirty="0"/>
          </a:p>
        </p:txBody>
      </p:sp>
      <p:pic>
        <p:nvPicPr>
          <p:cNvPr id="13" name="Image 0" descr="/home/claude/f4/img/v2/headland_la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cave, the arch, the stack and the stump.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Put in order: arch, stump, cave, stack.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Cave, arch, stack, stump.</a:t>
            </a:r>
            <a:endParaRPr lang="en-US" sz="4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hydraulic action?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force of the waves breaking the rock.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steep rock face on the coast is a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cave that goes through a headland becomes an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pillar of rock in the sea is a ______.</a:t>
            </a:r>
            <a:endParaRPr lang="en-US" sz="3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Put some sand at one end of a tray of water and make waves from one corner. Write where the sand moves.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25: Main Depositional Features of Wave Action.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Cliff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falaise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 / headland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cap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baie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Cave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grotte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L'arche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Stack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L'aiguille / le stack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Wave-cut platform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plate-forme d'abrasion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Notch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L'encoche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Denudation Processes, Landforms and Impacts on Man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24: Main Erosional Processes and Features of Wave Action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 the four erosional processes of waves. Explain the formation of capes and bays, cliffs and wave-cut platforms. Explain the formation of caves, arches, stacks and stumps.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recognise and explain the landforms of a rocky coast, and to respect the dangers of cliffs and caves.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Cliff, Cave, Arch, Stack; II. Erosional Processes: Hydraulic action, Abrasion, Attrition, Solution; III. Erosional Features: Capes and bays, Cliff and platform, Cave to stump.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Put some sand at one end of a tray of water and make waves from one corner. Write where the sand moves.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5 min | Situation 5 min | 3 activities 12 min | Board summary (copying) 15 min | Evaluation, homework 5 min | Logbook 5 min | Spare 3 min</a:t>
            </a:r>
            <a:endParaRPr lang="en-US" sz="2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2 is an animation (GIF): it plays automatically in slide-show mode.</a:t>
            </a:r>
            <a:endParaRPr lang="en-US" sz="2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 (MINESEC), Form 4 — Denudation Processes, Landforms and Impacts on Man.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lesson notes (Form 4), checked and corrected where necessary.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1: “Forces of Nature” by liquidcrash, CC BY-SA 2.0, via Flickr (https://www.flickr.com/photos/124320023@N06/13938903780)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“Jurassic Coast Coastal Landform - Sea Arch - Durdle Door” by Richard Allaway, CC BY 2.0, via Flickr (https://www.flickr.com/photos/16287002@N00/9503598134)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2026-09-27T04:25:18Z</dcterms:created>
  <dcterms:modified xsi:type="dcterms:W3CDTF">2026-09-27T04:25:18Z</dcterms:modified>
</cp:coreProperties>
</file>